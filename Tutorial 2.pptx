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57" r:id="rId3"/>
    <p:sldId id="264" r:id="rId4"/>
    <p:sldId id="266" r:id="rId5"/>
    <p:sldId id="265" r:id="rId6"/>
    <p:sldId id="268" r:id="rId7"/>
    <p:sldId id="267" r:id="rId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CBF0B8C-652D-42E0-9D7F-12B4D3732485}" v="28" dt="2025-10-17T13:16:55.2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50" d="100"/>
          <a:sy n="150" d="100"/>
        </p:scale>
        <p:origin x="-2002" y="-19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ximilian Wagner" userId="299fb8deca5794aa" providerId="LiveId" clId="{8BDD2595-85F1-4A87-BAB2-4985FFFD9548}"/>
    <pc:docChg chg="undo custSel addSld delSld modSld sldOrd">
      <pc:chgData name="Maximilian Wagner" userId="299fb8deca5794aa" providerId="LiveId" clId="{8BDD2595-85F1-4A87-BAB2-4985FFFD9548}" dt="2025-10-17T13:36:58.124" v="1126" actId="732"/>
      <pc:docMkLst>
        <pc:docMk/>
      </pc:docMkLst>
      <pc:sldChg chg="del">
        <pc:chgData name="Maximilian Wagner" userId="299fb8deca5794aa" providerId="LiveId" clId="{8BDD2595-85F1-4A87-BAB2-4985FFFD9548}" dt="2025-10-17T12:24:29.405" v="3" actId="47"/>
        <pc:sldMkLst>
          <pc:docMk/>
          <pc:sldMk cId="4056777054" sldId="256"/>
        </pc:sldMkLst>
      </pc:sldChg>
      <pc:sldChg chg="modSp add mod ord">
        <pc:chgData name="Maximilian Wagner" userId="299fb8deca5794aa" providerId="LiveId" clId="{8BDD2595-85F1-4A87-BAB2-4985FFFD9548}" dt="2025-10-17T12:24:31.922" v="5" actId="20577"/>
        <pc:sldMkLst>
          <pc:docMk/>
          <pc:sldMk cId="594298469" sldId="263"/>
        </pc:sldMkLst>
        <pc:spChg chg="mod">
          <ac:chgData name="Maximilian Wagner" userId="299fb8deca5794aa" providerId="LiveId" clId="{8BDD2595-85F1-4A87-BAB2-4985FFFD9548}" dt="2025-10-17T12:24:31.922" v="5" actId="20577"/>
          <ac:spMkLst>
            <pc:docMk/>
            <pc:sldMk cId="594298469" sldId="263"/>
            <ac:spMk id="2" creationId="{DA110B63-78D5-6931-482D-D08108447241}"/>
          </ac:spMkLst>
        </pc:spChg>
      </pc:sldChg>
      <pc:sldChg chg="addSp delSp modSp new mod">
        <pc:chgData name="Maximilian Wagner" userId="299fb8deca5794aa" providerId="LiveId" clId="{8BDD2595-85F1-4A87-BAB2-4985FFFD9548}" dt="2025-10-17T12:36:35.566" v="141" actId="20577"/>
        <pc:sldMkLst>
          <pc:docMk/>
          <pc:sldMk cId="1563154795" sldId="264"/>
        </pc:sldMkLst>
        <pc:spChg chg="mod">
          <ac:chgData name="Maximilian Wagner" userId="299fb8deca5794aa" providerId="LiveId" clId="{8BDD2595-85F1-4A87-BAB2-4985FFFD9548}" dt="2025-10-17T12:36:35.566" v="141" actId="20577"/>
          <ac:spMkLst>
            <pc:docMk/>
            <pc:sldMk cId="1563154795" sldId="264"/>
            <ac:spMk id="2" creationId="{1B3C5FEF-DBB2-1063-E472-5ACD1CFD8ABC}"/>
          </ac:spMkLst>
        </pc:spChg>
        <pc:spChg chg="del">
          <ac:chgData name="Maximilian Wagner" userId="299fb8deca5794aa" providerId="LiveId" clId="{8BDD2595-85F1-4A87-BAB2-4985FFFD9548}" dt="2025-10-17T12:32:08.400" v="57" actId="478"/>
          <ac:spMkLst>
            <pc:docMk/>
            <pc:sldMk cId="1563154795" sldId="264"/>
            <ac:spMk id="3" creationId="{A335E91D-0109-8A3D-68A2-B32B5A283071}"/>
          </ac:spMkLst>
        </pc:spChg>
        <pc:spChg chg="add del">
          <ac:chgData name="Maximilian Wagner" userId="299fb8deca5794aa" providerId="LiveId" clId="{8BDD2595-85F1-4A87-BAB2-4985FFFD9548}" dt="2025-10-17T12:32:40.879" v="59" actId="478"/>
          <ac:spMkLst>
            <pc:docMk/>
            <pc:sldMk cId="1563154795" sldId="264"/>
            <ac:spMk id="4" creationId="{054FCF7D-E3B3-6F95-6FDE-3BE014A684EA}"/>
          </ac:spMkLst>
        </pc:spChg>
        <pc:spChg chg="add mod">
          <ac:chgData name="Maximilian Wagner" userId="299fb8deca5794aa" providerId="LiveId" clId="{8BDD2595-85F1-4A87-BAB2-4985FFFD9548}" dt="2025-10-17T12:35:45.302" v="91" actId="1076"/>
          <ac:spMkLst>
            <pc:docMk/>
            <pc:sldMk cId="1563154795" sldId="264"/>
            <ac:spMk id="5" creationId="{037F864C-EED8-32D0-C733-59D26B958B4B}"/>
          </ac:spMkLst>
        </pc:spChg>
        <pc:picChg chg="add del mod">
          <ac:chgData name="Maximilian Wagner" userId="299fb8deca5794aa" providerId="LiveId" clId="{8BDD2595-85F1-4A87-BAB2-4985FFFD9548}" dt="2025-10-17T12:35:12.985" v="61" actId="478"/>
          <ac:picMkLst>
            <pc:docMk/>
            <pc:sldMk cId="1563154795" sldId="264"/>
            <ac:picMk id="1026" creationId="{CDE3668C-2372-D6CF-10CD-9F145E800478}"/>
          </ac:picMkLst>
        </pc:picChg>
      </pc:sldChg>
      <pc:sldChg chg="modSp new mod">
        <pc:chgData name="Maximilian Wagner" userId="299fb8deca5794aa" providerId="LiveId" clId="{8BDD2595-85F1-4A87-BAB2-4985FFFD9548}" dt="2025-10-17T13:35:28.711" v="1116" actId="20577"/>
        <pc:sldMkLst>
          <pc:docMk/>
          <pc:sldMk cId="1839026663" sldId="265"/>
        </pc:sldMkLst>
        <pc:spChg chg="mod">
          <ac:chgData name="Maximilian Wagner" userId="299fb8deca5794aa" providerId="LiveId" clId="{8BDD2595-85F1-4A87-BAB2-4985FFFD9548}" dt="2025-10-17T13:35:28.711" v="1116" actId="20577"/>
          <ac:spMkLst>
            <pc:docMk/>
            <pc:sldMk cId="1839026663" sldId="265"/>
            <ac:spMk id="2" creationId="{0665F330-B753-6598-3F99-594216A478AA}"/>
          </ac:spMkLst>
        </pc:spChg>
        <pc:spChg chg="mod">
          <ac:chgData name="Maximilian Wagner" userId="299fb8deca5794aa" providerId="LiveId" clId="{8BDD2595-85F1-4A87-BAB2-4985FFFD9548}" dt="2025-10-17T13:29:14.046" v="1036" actId="12"/>
          <ac:spMkLst>
            <pc:docMk/>
            <pc:sldMk cId="1839026663" sldId="265"/>
            <ac:spMk id="3" creationId="{544CC5F3-E881-E02A-C6A3-22E845EC8EF4}"/>
          </ac:spMkLst>
        </pc:spChg>
      </pc:sldChg>
      <pc:sldChg chg="addSp delSp modSp add mod modAnim">
        <pc:chgData name="Maximilian Wagner" userId="299fb8deca5794aa" providerId="LiveId" clId="{8BDD2595-85F1-4A87-BAB2-4985FFFD9548}" dt="2025-10-17T13:36:58.124" v="1126" actId="732"/>
        <pc:sldMkLst>
          <pc:docMk/>
          <pc:sldMk cId="3345804748" sldId="266"/>
        </pc:sldMkLst>
        <pc:spChg chg="mod">
          <ac:chgData name="Maximilian Wagner" userId="299fb8deca5794aa" providerId="LiveId" clId="{8BDD2595-85F1-4A87-BAB2-4985FFFD9548}" dt="2025-10-17T12:44:04.199" v="158" actId="20577"/>
          <ac:spMkLst>
            <pc:docMk/>
            <pc:sldMk cId="3345804748" sldId="266"/>
            <ac:spMk id="2" creationId="{9998200A-644C-E3AC-AC2B-D6B54DF60E4A}"/>
          </ac:spMkLst>
        </pc:spChg>
        <pc:spChg chg="del">
          <ac:chgData name="Maximilian Wagner" userId="299fb8deca5794aa" providerId="LiveId" clId="{8BDD2595-85F1-4A87-BAB2-4985FFFD9548}" dt="2025-10-17T12:44:07.456" v="159" actId="478"/>
          <ac:spMkLst>
            <pc:docMk/>
            <pc:sldMk cId="3345804748" sldId="266"/>
            <ac:spMk id="5" creationId="{5379FECF-6A7D-93CC-EAD1-CBF0D06FA879}"/>
          </ac:spMkLst>
        </pc:spChg>
        <pc:spChg chg="add del">
          <ac:chgData name="Maximilian Wagner" userId="299fb8deca5794aa" providerId="LiveId" clId="{8BDD2595-85F1-4A87-BAB2-4985FFFD9548}" dt="2025-10-17T12:45:01.561" v="165" actId="478"/>
          <ac:spMkLst>
            <pc:docMk/>
            <pc:sldMk cId="3345804748" sldId="266"/>
            <ac:spMk id="6" creationId="{14F00D0B-89E9-B1E6-6D5C-AF69E372C01B}"/>
          </ac:spMkLst>
        </pc:spChg>
        <pc:spChg chg="add del mod">
          <ac:chgData name="Maximilian Wagner" userId="299fb8deca5794aa" providerId="LiveId" clId="{8BDD2595-85F1-4A87-BAB2-4985FFFD9548}" dt="2025-10-17T12:45:13.861" v="168" actId="478"/>
          <ac:spMkLst>
            <pc:docMk/>
            <pc:sldMk cId="3345804748" sldId="266"/>
            <ac:spMk id="7" creationId="{800D650B-E392-3F5D-CF72-DCC1FCA2D2E3}"/>
          </ac:spMkLst>
        </pc:spChg>
        <pc:spChg chg="add del mod">
          <ac:chgData name="Maximilian Wagner" userId="299fb8deca5794aa" providerId="LiveId" clId="{8BDD2595-85F1-4A87-BAB2-4985FFFD9548}" dt="2025-10-17T12:45:27.022" v="171" actId="478"/>
          <ac:spMkLst>
            <pc:docMk/>
            <pc:sldMk cId="3345804748" sldId="266"/>
            <ac:spMk id="8" creationId="{FFD7A281-6BA4-ADE8-2166-0476F68B0B61}"/>
          </ac:spMkLst>
        </pc:spChg>
        <pc:spChg chg="add del mod">
          <ac:chgData name="Maximilian Wagner" userId="299fb8deca5794aa" providerId="LiveId" clId="{8BDD2595-85F1-4A87-BAB2-4985FFFD9548}" dt="2025-10-17T12:45:27.022" v="171" actId="478"/>
          <ac:spMkLst>
            <pc:docMk/>
            <pc:sldMk cId="3345804748" sldId="266"/>
            <ac:spMk id="9" creationId="{02F380D7-113D-570C-59A5-B7DE638981E7}"/>
          </ac:spMkLst>
        </pc:spChg>
        <pc:spChg chg="add mod">
          <ac:chgData name="Maximilian Wagner" userId="299fb8deca5794aa" providerId="LiveId" clId="{8BDD2595-85F1-4A87-BAB2-4985FFFD9548}" dt="2025-10-17T12:58:19.386" v="383" actId="1076"/>
          <ac:spMkLst>
            <pc:docMk/>
            <pc:sldMk cId="3345804748" sldId="266"/>
            <ac:spMk id="12" creationId="{53151C4E-7025-219F-5522-11337EC0670A}"/>
          </ac:spMkLst>
        </pc:spChg>
        <pc:spChg chg="add mod">
          <ac:chgData name="Maximilian Wagner" userId="299fb8deca5794aa" providerId="LiveId" clId="{8BDD2595-85F1-4A87-BAB2-4985FFFD9548}" dt="2025-10-17T12:58:19.386" v="383" actId="1076"/>
          <ac:spMkLst>
            <pc:docMk/>
            <pc:sldMk cId="3345804748" sldId="266"/>
            <ac:spMk id="13" creationId="{CA1AF430-09BC-7B3B-4D71-C9DB192CFCD5}"/>
          </ac:spMkLst>
        </pc:spChg>
        <pc:spChg chg="add mod">
          <ac:chgData name="Maximilian Wagner" userId="299fb8deca5794aa" providerId="LiveId" clId="{8BDD2595-85F1-4A87-BAB2-4985FFFD9548}" dt="2025-10-17T12:58:19.386" v="383" actId="1076"/>
          <ac:spMkLst>
            <pc:docMk/>
            <pc:sldMk cId="3345804748" sldId="266"/>
            <ac:spMk id="14" creationId="{0566B22E-3B25-92F1-8142-A0DEE3DA1E2B}"/>
          </ac:spMkLst>
        </pc:spChg>
        <pc:spChg chg="add mod">
          <ac:chgData name="Maximilian Wagner" userId="299fb8deca5794aa" providerId="LiveId" clId="{8BDD2595-85F1-4A87-BAB2-4985FFFD9548}" dt="2025-10-17T12:58:19.386" v="383" actId="1076"/>
          <ac:spMkLst>
            <pc:docMk/>
            <pc:sldMk cId="3345804748" sldId="266"/>
            <ac:spMk id="15" creationId="{FB35AA94-700B-1D2D-3061-8D2D90086986}"/>
          </ac:spMkLst>
        </pc:spChg>
        <pc:grpChg chg="add del mod">
          <ac:chgData name="Maximilian Wagner" userId="299fb8deca5794aa" providerId="LiveId" clId="{8BDD2595-85F1-4A87-BAB2-4985FFFD9548}" dt="2025-10-17T13:35:21.097" v="1115" actId="478"/>
          <ac:grpSpMkLst>
            <pc:docMk/>
            <pc:sldMk cId="3345804748" sldId="266"/>
            <ac:grpSpMk id="23" creationId="{8A56A817-1DAE-2613-E6B0-257A856C3C36}"/>
          </ac:grpSpMkLst>
        </pc:grpChg>
        <pc:picChg chg="add del mod">
          <ac:chgData name="Maximilian Wagner" userId="299fb8deca5794aa" providerId="LiveId" clId="{8BDD2595-85F1-4A87-BAB2-4985FFFD9548}" dt="2025-10-17T12:44:23.461" v="163" actId="478"/>
          <ac:picMkLst>
            <pc:docMk/>
            <pc:sldMk cId="3345804748" sldId="266"/>
            <ac:picMk id="4" creationId="{665CAABB-5312-311C-98E9-E9512F6F176E}"/>
          </ac:picMkLst>
        </pc:picChg>
        <pc:picChg chg="add mod modCrop">
          <ac:chgData name="Maximilian Wagner" userId="299fb8deca5794aa" providerId="LiveId" clId="{8BDD2595-85F1-4A87-BAB2-4985FFFD9548}" dt="2025-10-17T13:36:58.124" v="1126" actId="732"/>
          <ac:picMkLst>
            <pc:docMk/>
            <pc:sldMk cId="3345804748" sldId="266"/>
            <ac:picMk id="11" creationId="{A0358664-1135-ABD2-C0E5-441CCAEF0EC7}"/>
          </ac:picMkLst>
        </pc:picChg>
        <pc:picChg chg="add mod modCrop">
          <ac:chgData name="Maximilian Wagner" userId="299fb8deca5794aa" providerId="LiveId" clId="{8BDD2595-85F1-4A87-BAB2-4985FFFD9548}" dt="2025-10-17T12:57:58.527" v="378" actId="164"/>
          <ac:picMkLst>
            <pc:docMk/>
            <pc:sldMk cId="3345804748" sldId="266"/>
            <ac:picMk id="16" creationId="{8EF18036-8A3B-EDA7-408D-C89DE10D09B7}"/>
          </ac:picMkLst>
        </pc:picChg>
        <pc:picChg chg="add mod modCrop">
          <ac:chgData name="Maximilian Wagner" userId="299fb8deca5794aa" providerId="LiveId" clId="{8BDD2595-85F1-4A87-BAB2-4985FFFD9548}" dt="2025-10-17T12:57:58.527" v="378" actId="164"/>
          <ac:picMkLst>
            <pc:docMk/>
            <pc:sldMk cId="3345804748" sldId="266"/>
            <ac:picMk id="21" creationId="{7EA668E1-873D-DC44-D572-B9F09A84B615}"/>
          </ac:picMkLst>
        </pc:picChg>
        <pc:picChg chg="add mod modCrop">
          <ac:chgData name="Maximilian Wagner" userId="299fb8deca5794aa" providerId="LiveId" clId="{8BDD2595-85F1-4A87-BAB2-4985FFFD9548}" dt="2025-10-17T12:57:58.527" v="378" actId="164"/>
          <ac:picMkLst>
            <pc:docMk/>
            <pc:sldMk cId="3345804748" sldId="266"/>
            <ac:picMk id="22" creationId="{F6C1A71E-F0DF-6AC4-B7BA-C646A08E2BB1}"/>
          </ac:picMkLst>
        </pc:picChg>
        <pc:cxnChg chg="add mod">
          <ac:chgData name="Maximilian Wagner" userId="299fb8deca5794aa" providerId="LiveId" clId="{8BDD2595-85F1-4A87-BAB2-4985FFFD9548}" dt="2025-10-17T13:35:21.097" v="1115" actId="478"/>
          <ac:cxnSpMkLst>
            <pc:docMk/>
            <pc:sldMk cId="3345804748" sldId="266"/>
            <ac:cxnSpMk id="18" creationId="{E8D9D0B0-02EB-2035-E9E3-441306BF7DAC}"/>
          </ac:cxnSpMkLst>
        </pc:cxnChg>
        <pc:cxnChg chg="add mod">
          <ac:chgData name="Maximilian Wagner" userId="299fb8deca5794aa" providerId="LiveId" clId="{8BDD2595-85F1-4A87-BAB2-4985FFFD9548}" dt="2025-10-17T12:57:58.527" v="378" actId="164"/>
          <ac:cxnSpMkLst>
            <pc:docMk/>
            <pc:sldMk cId="3345804748" sldId="266"/>
            <ac:cxnSpMk id="20" creationId="{3E856159-68E7-2BE9-65DA-A0484CF67F26}"/>
          </ac:cxnSpMkLst>
        </pc:cxnChg>
      </pc:sldChg>
      <pc:sldChg chg="modSp add mod">
        <pc:chgData name="Maximilian Wagner" userId="299fb8deca5794aa" providerId="LiveId" clId="{8BDD2595-85F1-4A87-BAB2-4985FFFD9548}" dt="2025-10-17T13:31:04.356" v="1114" actId="2164"/>
        <pc:sldMkLst>
          <pc:docMk/>
          <pc:sldMk cId="1731383654" sldId="267"/>
        </pc:sldMkLst>
        <pc:spChg chg="mod">
          <ac:chgData name="Maximilian Wagner" userId="299fb8deca5794aa" providerId="LiveId" clId="{8BDD2595-85F1-4A87-BAB2-4985FFFD9548}" dt="2025-10-17T13:14:42.138" v="389" actId="20577"/>
          <ac:spMkLst>
            <pc:docMk/>
            <pc:sldMk cId="1731383654" sldId="267"/>
            <ac:spMk id="2" creationId="{5896F085-199E-232A-5084-17DC19975176}"/>
          </ac:spMkLst>
        </pc:spChg>
        <pc:graphicFrameChg chg="mod modGraphic">
          <ac:chgData name="Maximilian Wagner" userId="299fb8deca5794aa" providerId="LiveId" clId="{8BDD2595-85F1-4A87-BAB2-4985FFFD9548}" dt="2025-10-17T13:31:04.356" v="1114" actId="2164"/>
          <ac:graphicFrameMkLst>
            <pc:docMk/>
            <pc:sldMk cId="1731383654" sldId="267"/>
            <ac:graphicFrameMk id="4" creationId="{B57BED57-D5EE-8805-D192-EEA3C02C5A7D}"/>
          </ac:graphicFrameMkLst>
        </pc:graphicFrameChg>
      </pc:sldChg>
      <pc:sldChg chg="modSp add mod">
        <pc:chgData name="Maximilian Wagner" userId="299fb8deca5794aa" providerId="LiveId" clId="{8BDD2595-85F1-4A87-BAB2-4985FFFD9548}" dt="2025-10-17T13:36:17.837" v="1125" actId="20577"/>
        <pc:sldMkLst>
          <pc:docMk/>
          <pc:sldMk cId="82390488" sldId="268"/>
        </pc:sldMkLst>
        <pc:spChg chg="mod">
          <ac:chgData name="Maximilian Wagner" userId="299fb8deca5794aa" providerId="LiveId" clId="{8BDD2595-85F1-4A87-BAB2-4985FFFD9548}" dt="2025-10-17T13:36:17.837" v="1125" actId="20577"/>
          <ac:spMkLst>
            <pc:docMk/>
            <pc:sldMk cId="82390488" sldId="268"/>
            <ac:spMk id="2" creationId="{B6EA7191-EF01-6ED9-ACC9-6271DC5AB4F2}"/>
          </ac:spMkLst>
        </pc:spChg>
        <pc:spChg chg="mod">
          <ac:chgData name="Maximilian Wagner" userId="299fb8deca5794aa" providerId="LiveId" clId="{8BDD2595-85F1-4A87-BAB2-4985FFFD9548}" dt="2025-10-17T13:30:48.067" v="1113" actId="313"/>
          <ac:spMkLst>
            <pc:docMk/>
            <pc:sldMk cId="82390488" sldId="268"/>
            <ac:spMk id="3" creationId="{625C4D84-02CC-88F0-EC25-97D8B290C399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4445A1E-C5A2-620A-A6FE-C50F321A0C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7AA69FD-3F1B-9FF5-FA27-FB74FE4109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F7751EA-CE4F-0632-FAAD-053EF9157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FC414-7A6C-4B23-8128-F2E69093C0B3}" type="datetimeFigureOut">
              <a:rPr lang="de-DE" smtClean="0"/>
              <a:t>17.10.2025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E20AA23-1919-BFCA-3AE4-F868953E1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3393E0F-0294-B90E-ED48-C78E3DAC9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76224-B8E0-49D5-ABA1-749C7C24305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861310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8DCD6AD-DCEC-6320-7FB6-4282A70D27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6D972B5-8B3F-077E-7727-FDF5D0A17D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19A8B09-A857-7B28-6B18-EBADD30719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FC414-7A6C-4B23-8128-F2E69093C0B3}" type="datetimeFigureOut">
              <a:rPr lang="de-DE" smtClean="0"/>
              <a:t>17.10.2025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947D121-B4C5-F70E-AB08-43F1B2732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E19EB91-B012-0A54-C249-5E2EFF7BB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76224-B8E0-49D5-ABA1-749C7C24305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377467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FE9373E-BDA9-035C-6A2A-A367A3CA0F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F9ECE4F-013E-818A-F88C-A1BE04AE06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81F99E1-3668-D8B1-30FF-1285372F1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FC414-7A6C-4B23-8128-F2E69093C0B3}" type="datetimeFigureOut">
              <a:rPr lang="de-DE" smtClean="0"/>
              <a:t>17.10.2025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79412D6-7712-1A84-855B-667E916E6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48E2AEA-C6E7-FC74-4B16-2F2ED5A22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76224-B8E0-49D5-ABA1-749C7C24305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544184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AAD007-7BEF-64FE-79F0-1B093C351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92F7B9F-B71F-41E2-5424-5E57EB0784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EA636CA-59E7-45C7-5CC9-E50BB72EC8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816FC04-7196-1D06-EF22-8BAA6E33E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FC414-7A6C-4B23-8128-F2E69093C0B3}" type="datetimeFigureOut">
              <a:rPr lang="de-DE" smtClean="0"/>
              <a:t>17.10.2025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9C816EA-295D-6BEF-7277-8D84923D3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2D86A50-E7A9-4530-F480-803DFE2A1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76224-B8E0-49D5-ABA1-749C7C24305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620376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8C411C5-F986-90EE-467C-DB37133A4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B0E695F-3431-3826-409F-46FAECA0B5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7BA8C2F-7BBE-4173-E3C7-32FC776F7A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3086C516-7290-B50B-DEED-8553B915E4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234A630B-5758-3346-F088-42EF3C43C1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07492E5-20EE-09F8-E532-653841235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FC414-7A6C-4B23-8128-F2E69093C0B3}" type="datetimeFigureOut">
              <a:rPr lang="de-DE" smtClean="0"/>
              <a:t>17.10.2025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D838F027-6657-7EFD-1D32-8C4DADCE2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0C0B6FBE-0E7D-8190-F83A-CA51F3143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76224-B8E0-49D5-ABA1-749C7C24305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360848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8705F61-625D-0B6F-71F8-308DAC72B0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FF30595-1784-4A0E-607D-2F95304B29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FC414-7A6C-4B23-8128-F2E69093C0B3}" type="datetimeFigureOut">
              <a:rPr lang="de-DE" smtClean="0"/>
              <a:t>17.10.2025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F18443A-5ABC-0C9D-0487-A4901EC25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7225459-B893-5016-FFEF-EFDE18D67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76224-B8E0-49D5-ABA1-749C7C24305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139896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201ABF77-8C32-2FF5-EAE6-A6DE3C601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FC414-7A6C-4B23-8128-F2E69093C0B3}" type="datetimeFigureOut">
              <a:rPr lang="de-DE" smtClean="0"/>
              <a:t>17.10.2025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74B2AE3-A7CE-A6CC-B174-81F348CFE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1E7D533-9776-E0C1-2A7D-26F4CF6C1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76224-B8E0-49D5-ABA1-749C7C24305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796917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8243BC1-4E5C-D313-6DD7-F2B603A00C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32E1690-3213-CA21-D4A3-F39FF5306B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73306B4-A69B-B2BA-E445-E781AE4FD5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08DCC38-F7D2-E729-BCEF-CE39F2249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FC414-7A6C-4B23-8128-F2E69093C0B3}" type="datetimeFigureOut">
              <a:rPr lang="de-DE" smtClean="0"/>
              <a:t>17.10.2025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61BD28A-D476-4044-DBE4-85E6E3E69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439C6C6-8B05-1335-A969-1B32020D3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76224-B8E0-49D5-ABA1-749C7C24305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080494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697DC31-BF45-FD94-E2DF-12F1E5A0F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2FD5A025-50BE-86C9-8FFB-A77B401B1E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2C6C717-7DFF-9BE1-C56E-9F78A5FA68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456401F-2839-9BB9-420B-733F4F9482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FC414-7A6C-4B23-8128-F2E69093C0B3}" type="datetimeFigureOut">
              <a:rPr lang="de-DE" smtClean="0"/>
              <a:t>17.10.2025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CED15FA-BF25-93B4-4F4B-38B5FDEFFF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B610691-5B0B-D371-7A14-D6A2D5BEE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76224-B8E0-49D5-ABA1-749C7C24305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635751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2962CD-92FB-683E-DBDE-F324193229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C532C11B-23EF-A154-9704-BFBBE997FF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E94E736-A41B-6BAA-ABB6-2AF5864A0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FC414-7A6C-4B23-8128-F2E69093C0B3}" type="datetimeFigureOut">
              <a:rPr lang="de-DE" smtClean="0"/>
              <a:t>17.10.2025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F5AC03A-3FE8-22D7-BF79-0A5893A3B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70132E1-6388-1794-570B-DAECE1000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76224-B8E0-49D5-ABA1-749C7C24305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937358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7C83E610-9B12-C840-BF46-E4841EBFD5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B5C53B9-1E39-A624-9FB6-185AA99A88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2252F40-14F2-B02C-3094-F704020991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FC414-7A6C-4B23-8128-F2E69093C0B3}" type="datetimeFigureOut">
              <a:rPr lang="de-DE" smtClean="0"/>
              <a:t>17.10.2025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DB7CD4E-E32B-DE17-F02D-8DA7DAB16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74261E8-2C24-45C7-7A44-6BA4CC125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76224-B8E0-49D5-ABA1-749C7C24305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46784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BC969DBD-BC5C-23BE-9347-4DA140475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C883DDA-E123-8A64-BA1F-31125E74E3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B87A4FE-1D2C-3570-7971-72B42E5588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AFC414-7A6C-4B23-8128-F2E69093C0B3}" type="datetimeFigureOut">
              <a:rPr lang="de-DE" smtClean="0"/>
              <a:t>17.10.2025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32632DF-AC06-88C6-FDE1-DA91F69DD6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32CC61E-BBD3-28D7-4426-41AF5FD2B9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576224-B8E0-49D5-ABA1-749C7C24305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102297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E5CAD5-2216-60D0-CC1F-69C866AF47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A110B63-78D5-6931-482D-D0810844724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Tutorial 2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08260471-F60F-CB78-8993-67000BA9474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tummaximilian.wagner@tum.de</a:t>
            </a:r>
          </a:p>
        </p:txBody>
      </p:sp>
    </p:spTree>
    <p:extLst>
      <p:ext uri="{BB962C8B-B14F-4D97-AF65-F5344CB8AC3E}">
        <p14:creationId xmlns:p14="http://schemas.microsoft.com/office/powerpoint/2010/main" val="5942984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4FC5699-EEBB-AA25-03DF-B5FE490B9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Was ist der 25% Quantile?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3D4A20B0-223C-8A99-D020-4C3D3C41D9B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:r>
                  <a:rPr lang="de-DE" b="1" dirty="0"/>
                  <a:t>Schritt 1:</a:t>
                </a:r>
                <a:r>
                  <a:rPr lang="de-DE" dirty="0"/>
                  <a:t> Sortiere die Daten (ist hier schon sortiert):</a:t>
                </a:r>
              </a:p>
              <a:p>
                <a:pPr marL="0" indent="0">
                  <a:buNone/>
                </a:pPr>
                <a:r>
                  <a:rPr lang="de-DE" dirty="0"/>
                  <a:t>	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sepChr m:val=","/>
                        <m:ctrlPr>
                          <a:rPr lang="ar-BH"/>
                        </m:ctrlPr>
                      </m:dPr>
                      <m:e>
                        <m:r>
                          <a:rPr lang="ar-BH"/>
                          <m:t>0</m:t>
                        </m:r>
                      </m:e>
                      <m:e>
                        <m:r>
                          <a:rPr lang="ar-BH"/>
                          <m:t>1</m:t>
                        </m:r>
                      </m:e>
                      <m:e>
                        <m:r>
                          <a:rPr lang="ar-BH"/>
                          <m:t>2</m:t>
                        </m:r>
                      </m:e>
                      <m:e>
                        <m:r>
                          <a:rPr lang="ar-BH"/>
                          <m:t>3</m:t>
                        </m:r>
                      </m:e>
                      <m:e>
                        <m:r>
                          <a:rPr lang="ar-BH"/>
                          <m:t>4</m:t>
                        </m:r>
                      </m:e>
                      <m:e>
                        <m:r>
                          <a:rPr lang="ar-BH"/>
                          <m:t>5</m:t>
                        </m:r>
                      </m:e>
                      <m:e>
                        <m:r>
                          <a:rPr lang="ar-BH"/>
                          <m:t>6</m:t>
                        </m:r>
                      </m:e>
                      <m:e>
                        <m:r>
                          <a:rPr lang="ar-BH"/>
                          <m:t>7</m:t>
                        </m:r>
                      </m:e>
                      <m:e>
                        <m:r>
                          <a:rPr lang="ar-BH"/>
                          <m:t>8</m:t>
                        </m:r>
                      </m:e>
                      <m:e>
                        <m:r>
                          <a:rPr lang="ar-BH"/>
                          <m:t>9</m:t>
                        </m:r>
                      </m:e>
                    </m:d>
                  </m:oMath>
                </a14:m>
                <a:endParaRPr lang="ar-BH" dirty="0"/>
              </a:p>
              <a:p>
                <a:pPr marL="0" indent="0">
                  <a:buNone/>
                </a:pPr>
                <a:r>
                  <a:rPr lang="de-DE" dirty="0"/>
                  <a:t>	Anzahl der Werte: </a:t>
                </a:r>
                <a14:m>
                  <m:oMath xmlns:m="http://schemas.openxmlformats.org/officeDocument/2006/math">
                    <m:r>
                      <a:rPr lang="de-DE" i="1"/>
                      <m:t>𝑛</m:t>
                    </m:r>
                    <m:r>
                      <a:rPr lang="de-DE"/>
                      <m:t>=</m:t>
                    </m:r>
                    <m:r>
                      <a:rPr lang="de-DE"/>
                      <m:t>10</m:t>
                    </m:r>
                  </m:oMath>
                </a14:m>
                <a:br>
                  <a:rPr lang="de-DE" dirty="0"/>
                </a:br>
                <a:endParaRPr lang="de-DE" dirty="0"/>
              </a:p>
              <a:p>
                <a:pPr marL="0" indent="0">
                  <a:buNone/>
                </a:pPr>
                <a:r>
                  <a:rPr lang="de-DE" b="1" dirty="0"/>
                  <a:t>Schritt 2:</a:t>
                </a:r>
                <a:r>
                  <a:rPr lang="de-DE" dirty="0"/>
                  <a:t> Position des 25%-Quantils berechnen:</a:t>
                </a:r>
              </a:p>
              <a:p>
                <a:pPr marL="0" indent="0">
                  <a:buNone/>
                </a:pPr>
                <a:r>
                  <a:rPr lang="de-DE" dirty="0"/>
                  <a:t>	</a:t>
                </a:r>
                <a14:m>
                  <m:oMath xmlns:m="http://schemas.openxmlformats.org/officeDocument/2006/math">
                    <m:r>
                      <a:rPr lang="de-DE" i="1"/>
                      <m:t>𝑃</m:t>
                    </m:r>
                    <m:r>
                      <a:rPr lang="de-DE"/>
                      <m:t>=</m:t>
                    </m:r>
                    <m:d>
                      <m:dPr>
                        <m:ctrlPr>
                          <a:rPr lang="ar-BH" i="1"/>
                        </m:ctrlPr>
                      </m:dPr>
                      <m:e>
                        <m:r>
                          <a:rPr lang="ar-BH" i="1"/>
                          <m:t>𝑛</m:t>
                        </m:r>
                        <m:r>
                          <a:rPr lang="ar-BH"/>
                          <m:t>−</m:t>
                        </m:r>
                        <m:r>
                          <a:rPr lang="ar-BH"/>
                          <m:t>1</m:t>
                        </m:r>
                      </m:e>
                    </m:d>
                    <m:r>
                      <a:rPr lang="ar-BH"/>
                      <m:t>×</m:t>
                    </m:r>
                    <m:r>
                      <a:rPr lang="ar-BH"/>
                      <m:t>0</m:t>
                    </m:r>
                    <m:r>
                      <a:rPr lang="ar-BH"/>
                      <m:t>,</m:t>
                    </m:r>
                    <m:r>
                      <a:rPr lang="ar-BH"/>
                      <m:t>25</m:t>
                    </m:r>
                    <m:r>
                      <a:rPr lang="ar-BH"/>
                      <m:t>=</m:t>
                    </m:r>
                    <m:r>
                      <a:rPr lang="ar-BH"/>
                      <m:t>9</m:t>
                    </m:r>
                    <m:r>
                      <a:rPr lang="ar-BH"/>
                      <m:t>×</m:t>
                    </m:r>
                    <m:r>
                      <a:rPr lang="ar-BH"/>
                      <m:t>0</m:t>
                    </m:r>
                    <m:r>
                      <a:rPr lang="ar-BH"/>
                      <m:t>,</m:t>
                    </m:r>
                    <m:r>
                      <a:rPr lang="ar-BH"/>
                      <m:t>25</m:t>
                    </m:r>
                    <m:r>
                      <a:rPr lang="ar-BH"/>
                      <m:t>=</m:t>
                    </m:r>
                    <m:r>
                      <a:rPr lang="ar-BH"/>
                      <m:t>2</m:t>
                    </m:r>
                    <m:r>
                      <a:rPr lang="ar-BH"/>
                      <m:t>,</m:t>
                    </m:r>
                    <m:r>
                      <a:rPr lang="ar-BH"/>
                      <m:t>25</m:t>
                    </m:r>
                  </m:oMath>
                </a14:m>
                <a:endParaRPr lang="de-DE" dirty="0"/>
              </a:p>
              <a:p>
                <a:pPr marL="0" indent="0">
                  <a:buNone/>
                </a:pPr>
                <a:r>
                  <a:rPr lang="de-DE" dirty="0"/>
                  <a:t>	(n-1) wegen </a:t>
                </a:r>
                <a:r>
                  <a:rPr lang="de-DE" dirty="0" err="1"/>
                  <a:t>python</a:t>
                </a:r>
                <a:r>
                  <a:rPr lang="de-DE" dirty="0"/>
                  <a:t> Index -&gt; startet bei null</a:t>
                </a:r>
                <a:br>
                  <a:rPr lang="ar-BH" dirty="0"/>
                </a:br>
                <a:endParaRPr lang="ar-BH" dirty="0"/>
              </a:p>
              <a:p>
                <a:pPr marL="0" indent="0">
                  <a:buNone/>
                </a:pPr>
                <a:r>
                  <a:rPr lang="de-DE" b="1" dirty="0"/>
                  <a:t>Schritt 3:</a:t>
                </a:r>
                <a:r>
                  <a:rPr lang="de-DE" dirty="0"/>
                  <a:t> Interpolation</a:t>
                </a:r>
              </a:p>
              <a:p>
                <a:pPr marL="0" indent="0">
                  <a:buNone/>
                </a:pPr>
                <a:r>
                  <a:rPr lang="de-DE" dirty="0"/>
                  <a:t>	Wert an Index 2: </a:t>
                </a:r>
                <a14:m>
                  <m:oMath xmlns:m="http://schemas.openxmlformats.org/officeDocument/2006/math">
                    <m:r>
                      <a:rPr lang="de-DE"/>
                      <m:t>2</m:t>
                    </m:r>
                  </m:oMath>
                </a14:m>
                <a:endParaRPr lang="de-DE" dirty="0"/>
              </a:p>
              <a:p>
                <a:pPr marL="0" indent="0">
                  <a:buNone/>
                </a:pPr>
                <a:r>
                  <a:rPr lang="de-DE" dirty="0"/>
                  <a:t>	Wert an Index 3: </a:t>
                </a:r>
                <a14:m>
                  <m:oMath xmlns:m="http://schemas.openxmlformats.org/officeDocument/2006/math">
                    <m:r>
                      <a:rPr lang="de-DE"/>
                      <m:t>3</m:t>
                    </m:r>
                  </m:oMath>
                </a14:m>
                <a:endParaRPr lang="de-DE" dirty="0"/>
              </a:p>
              <a:p>
                <a:pPr marL="0" indent="0">
                  <a:buNone/>
                </a:pPr>
                <a:r>
                  <a:rPr lang="de-DE" dirty="0"/>
                  <a:t>	Nachkommastelle: 0.25</a:t>
                </a:r>
              </a:p>
              <a:p>
                <a:pPr marL="0" indent="0">
                  <a:buNone/>
                </a:pPr>
                <a:r>
                  <a:rPr lang="de-DE" dirty="0"/>
                  <a:t>´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BH"/>
                        </m:ctrlPr>
                      </m:sSubPr>
                      <m:e>
                        <m:r>
                          <a:rPr lang="ar-BH" i="1"/>
                          <m:t>𝑄</m:t>
                        </m:r>
                      </m:e>
                      <m:sub>
                        <m:r>
                          <a:rPr lang="ar-BH"/>
                          <m:t>0</m:t>
                        </m:r>
                        <m:r>
                          <a:rPr lang="ar-BH"/>
                          <m:t>.</m:t>
                        </m:r>
                        <m:r>
                          <a:rPr lang="ar-BH"/>
                          <m:t>25</m:t>
                        </m:r>
                      </m:sub>
                    </m:sSub>
                    <m:r>
                      <a:rPr lang="ar-BH"/>
                      <m:t>=</m:t>
                    </m:r>
                    <m:r>
                      <a:rPr lang="ar-BH"/>
                      <m:t>2</m:t>
                    </m:r>
                    <m:r>
                      <a:rPr lang="ar-BH"/>
                      <m:t>+</m:t>
                    </m:r>
                    <m:r>
                      <a:rPr lang="ar-BH"/>
                      <m:t>0</m:t>
                    </m:r>
                    <m:r>
                      <a:rPr lang="ar-BH"/>
                      <m:t>,</m:t>
                    </m:r>
                    <m:r>
                      <a:rPr lang="ar-BH"/>
                      <m:t>25</m:t>
                    </m:r>
                    <m:r>
                      <a:rPr lang="ar-BH"/>
                      <m:t>×</m:t>
                    </m:r>
                    <m:d>
                      <m:dPr>
                        <m:ctrlPr>
                          <a:rPr lang="ar-BH" i="1"/>
                        </m:ctrlPr>
                      </m:dPr>
                      <m:e>
                        <m:r>
                          <a:rPr lang="ar-BH"/>
                          <m:t>3</m:t>
                        </m:r>
                        <m:r>
                          <a:rPr lang="ar-BH"/>
                          <m:t>−</m:t>
                        </m:r>
                        <m:r>
                          <a:rPr lang="ar-BH"/>
                          <m:t>2</m:t>
                        </m:r>
                      </m:e>
                    </m:d>
                    <m:r>
                      <a:rPr lang="ar-BH"/>
                      <m:t>=</m:t>
                    </m:r>
                    <m:r>
                      <a:rPr lang="ar-BH"/>
                      <m:t>2</m:t>
                    </m:r>
                    <m:r>
                      <a:rPr lang="ar-BH"/>
                      <m:t>+</m:t>
                    </m:r>
                    <m:r>
                      <a:rPr lang="ar-BH"/>
                      <m:t>0</m:t>
                    </m:r>
                    <m:r>
                      <a:rPr lang="ar-BH"/>
                      <m:t>,</m:t>
                    </m:r>
                    <m:r>
                      <a:rPr lang="ar-BH"/>
                      <m:t>25</m:t>
                    </m:r>
                    <m:r>
                      <a:rPr lang="ar-BH"/>
                      <m:t>=</m:t>
                    </m:r>
                    <m:r>
                      <a:rPr lang="ar-BH"/>
                      <m:t>2</m:t>
                    </m:r>
                    <m:r>
                      <a:rPr lang="ar-BH"/>
                      <m:t>,</m:t>
                    </m:r>
                    <m:r>
                      <a:rPr lang="ar-BH"/>
                      <m:t>25</m:t>
                    </m:r>
                  </m:oMath>
                </a14:m>
                <a:endParaRPr lang="ar-BH" dirty="0"/>
              </a:p>
              <a:p>
                <a:endParaRPr lang="de-DE" dirty="0"/>
              </a:p>
            </p:txBody>
          </p:sp>
        </mc:Choice>
        <mc:Fallback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3D4A20B0-223C-8A99-D020-4C3D3C41D9B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38" t="-238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12611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B3C5FEF-DBB2-1063-E472-5ACD1CFD8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Gleichung Mittelwert, empirische Varianz, …</a:t>
            </a:r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037F864C-EED8-32D0-C733-59D26B958B4B}"/>
              </a:ext>
            </a:extLst>
          </p:cNvPr>
          <p:cNvSpPr txBox="1">
            <a:spLocks/>
          </p:cNvSpPr>
          <p:nvPr/>
        </p:nvSpPr>
        <p:spPr>
          <a:xfrm>
            <a:off x="7064477" y="4392562"/>
            <a:ext cx="325693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dirty="0"/>
              <a:t>… Siehe ZÜ.</a:t>
            </a:r>
          </a:p>
        </p:txBody>
      </p:sp>
    </p:spTree>
    <p:extLst>
      <p:ext uri="{BB962C8B-B14F-4D97-AF65-F5344CB8AC3E}">
        <p14:creationId xmlns:p14="http://schemas.microsoft.com/office/powerpoint/2010/main" val="15631547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2822D-D10D-8211-1633-FCD6A78833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998200A-644C-E3AC-AC2B-D6B54DF60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Satz von Bayes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A0358664-1135-ABD2-C0E5-441CCAEF0EC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699"/>
          <a:stretch>
            <a:fillRect/>
          </a:stretch>
        </p:blipFill>
        <p:spPr>
          <a:xfrm>
            <a:off x="2764492" y="3442334"/>
            <a:ext cx="6866215" cy="771593"/>
          </a:xfrm>
          <a:prstGeom prst="rect">
            <a:avLst/>
          </a:prstGeom>
        </p:spPr>
      </p:pic>
      <p:sp>
        <p:nvSpPr>
          <p:cNvPr id="12" name="Textfeld 11">
            <a:extLst>
              <a:ext uri="{FF2B5EF4-FFF2-40B4-BE49-F238E27FC236}">
                <a16:creationId xmlns:a16="http://schemas.microsoft.com/office/drawing/2014/main" id="{53151C4E-7025-219F-5522-11337EC0670A}"/>
              </a:ext>
            </a:extLst>
          </p:cNvPr>
          <p:cNvSpPr txBox="1"/>
          <p:nvPr/>
        </p:nvSpPr>
        <p:spPr>
          <a:xfrm>
            <a:off x="2764492" y="4315528"/>
            <a:ext cx="1432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Posterior</a:t>
            </a:r>
            <a:endParaRPr lang="de-DE" dirty="0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CA1AF430-09BC-7B3B-4D71-C9DB192CFCD5}"/>
              </a:ext>
            </a:extLst>
          </p:cNvPr>
          <p:cNvSpPr txBox="1"/>
          <p:nvPr/>
        </p:nvSpPr>
        <p:spPr>
          <a:xfrm>
            <a:off x="4226559" y="2773402"/>
            <a:ext cx="1391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Likelihood</a:t>
            </a:r>
            <a:endParaRPr lang="de-DE" dirty="0"/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0566B22E-3B25-92F1-8142-A0DEE3DA1E2B}"/>
              </a:ext>
            </a:extLst>
          </p:cNvPr>
          <p:cNvSpPr txBox="1"/>
          <p:nvPr/>
        </p:nvSpPr>
        <p:spPr>
          <a:xfrm>
            <a:off x="5501638" y="2773402"/>
            <a:ext cx="1391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Prior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FB35AA94-700B-1D2D-3061-8D2D90086986}"/>
              </a:ext>
            </a:extLst>
          </p:cNvPr>
          <p:cNvSpPr txBox="1"/>
          <p:nvPr/>
        </p:nvSpPr>
        <p:spPr>
          <a:xfrm>
            <a:off x="4516118" y="4315528"/>
            <a:ext cx="19710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Marginalization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45804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665F330-B753-6598-3F99-594216A47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Satz von Bayes – einfaches Beispiel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44CC5F3-E881-E02A-C6A3-22E845EC8E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0024"/>
            <a:ext cx="11130280" cy="486981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de-DE" sz="1600" b="1" dirty="0"/>
              <a:t>Szenario</a:t>
            </a:r>
            <a:r>
              <a:rPr lang="de-DE" sz="1600" dirty="0"/>
              <a:t>: Sie möchten erraten, ob es morgen regnen wird.</a:t>
            </a:r>
          </a:p>
          <a:p>
            <a:pPr marL="0" indent="0">
              <a:buNone/>
            </a:pPr>
            <a:endParaRPr lang="de-DE" sz="1600" dirty="0"/>
          </a:p>
          <a:p>
            <a:pPr marL="0" indent="0">
              <a:buNone/>
            </a:pPr>
            <a:r>
              <a:rPr lang="de-DE" sz="1600" b="1" dirty="0"/>
              <a:t>Prior</a:t>
            </a:r>
            <a:r>
              <a:rPr lang="de-DE" sz="1600" dirty="0"/>
              <a:t>: Dies ist Ihre anfängliche Annahme, bevor Sie neue Hinweise sehen.</a:t>
            </a:r>
          </a:p>
          <a:p>
            <a:pPr marL="0" indent="0">
              <a:buNone/>
            </a:pPr>
            <a:r>
              <a:rPr lang="de-DE" sz="1600" dirty="0"/>
              <a:t>	Sie gehen davon aus, dass die Regenwahrscheinlichkeit morgen 30 % beträgt.</a:t>
            </a:r>
          </a:p>
          <a:p>
            <a:pPr marL="0" indent="0">
              <a:buNone/>
            </a:pPr>
            <a:endParaRPr lang="de-DE" sz="1600" dirty="0"/>
          </a:p>
          <a:p>
            <a:pPr marL="0" indent="0">
              <a:buNone/>
            </a:pPr>
            <a:r>
              <a:rPr lang="de-DE" sz="1600" b="1" dirty="0" err="1"/>
              <a:t>Likelihood</a:t>
            </a:r>
            <a:r>
              <a:rPr lang="de-DE" sz="1600" dirty="0"/>
              <a:t>: Dies gibt an, wie wahrscheinlich es ist, dass Sie die Hinweise in einer bestimmten Situation sehen.</a:t>
            </a:r>
          </a:p>
          <a:p>
            <a:pPr marL="0" indent="0">
              <a:buNone/>
            </a:pPr>
            <a:r>
              <a:rPr lang="de-DE" sz="1600" dirty="0"/>
              <a:t>	Wenn es regnet, ist es sehr wahrscheinlich, dass Sie dunkle Wolken sehen.</a:t>
            </a:r>
          </a:p>
          <a:p>
            <a:pPr marL="0" indent="0">
              <a:buNone/>
            </a:pPr>
            <a:r>
              <a:rPr lang="de-DE" sz="1600" dirty="0"/>
              <a:t>	Wenn es nicht regnet, ist es weniger wahrscheinlich, dass Sie dunkle Wolken sehen.</a:t>
            </a:r>
          </a:p>
          <a:p>
            <a:pPr marL="0" indent="0">
              <a:buNone/>
            </a:pPr>
            <a:endParaRPr lang="de-DE" sz="1600" dirty="0"/>
          </a:p>
          <a:p>
            <a:pPr marL="0" indent="0">
              <a:buNone/>
            </a:pPr>
            <a:r>
              <a:rPr lang="de-DE" sz="1600" b="1" dirty="0" err="1"/>
              <a:t>Posterior</a:t>
            </a:r>
            <a:r>
              <a:rPr lang="de-DE" sz="1600" dirty="0"/>
              <a:t>: Dies ist Ihre aktualisierte Annahme, nachdem Sie die Hinweise gesehen haben.</a:t>
            </a:r>
          </a:p>
          <a:p>
            <a:pPr marL="0" indent="0">
              <a:buNone/>
            </a:pPr>
            <a:r>
              <a:rPr lang="de-DE" sz="1600" dirty="0"/>
              <a:t>	z.B.: Da Sie dunkle Wolken gesehen haben, glauben Sie nun, dass die Regenwahrscheinlichkeit höher ist als Ihre 	ursprünglichen 30 %.</a:t>
            </a:r>
          </a:p>
          <a:p>
            <a:pPr marL="0" indent="0">
              <a:buNone/>
            </a:pPr>
            <a:endParaRPr lang="de-DE" sz="1600" dirty="0"/>
          </a:p>
          <a:p>
            <a:pPr marL="0" indent="0">
              <a:buNone/>
            </a:pPr>
            <a:r>
              <a:rPr lang="de-DE" sz="1600" dirty="0" err="1"/>
              <a:t>Posterior</a:t>
            </a:r>
            <a:r>
              <a:rPr lang="de-DE" sz="1600" dirty="0"/>
              <a:t> ist also Ihre aktualisierte Regenwahrscheinlichkeit angesichts der Hinweise (dunkle Wolken), die Ihre vorherige Annahme und die Wahrscheinlichkeit der Hinweise kombiniert.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8390266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D6CA7F-8DB9-DB43-5020-2E43199BA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6EA7191-EF01-6ED9-ACC9-6271DC5AB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Satz von Bayes – Tutorial Beispiel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25C4D84-02CC-88F0-EC25-97D8B290C3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13028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sz="1600" b="1" dirty="0"/>
              <a:t>Szenario</a:t>
            </a:r>
            <a:r>
              <a:rPr lang="de-DE" sz="1600" dirty="0"/>
              <a:t>: Sie möchten erraten, welchen Würfel Sie aus der Hosentasche gezogen haben.</a:t>
            </a:r>
          </a:p>
          <a:p>
            <a:pPr marL="0" indent="0">
              <a:buNone/>
            </a:pPr>
            <a:endParaRPr lang="de-DE" sz="1600" dirty="0"/>
          </a:p>
          <a:p>
            <a:pPr marL="0" indent="0">
              <a:buNone/>
            </a:pPr>
            <a:r>
              <a:rPr lang="de-DE" sz="1600" b="1" dirty="0"/>
              <a:t>Prior</a:t>
            </a:r>
            <a:r>
              <a:rPr lang="de-DE" sz="1600" dirty="0"/>
              <a:t>: Dies ist Ihre anfängliche Annahme, bevor Sie neue Hinweise sehen.</a:t>
            </a:r>
          </a:p>
          <a:p>
            <a:pPr marL="0" indent="0">
              <a:buNone/>
            </a:pPr>
            <a:r>
              <a:rPr lang="de-DE" sz="1600" dirty="0"/>
              <a:t>	Jeder Würfel ist gleich Wahrscheinlich aus der Hosentasche gezogen zu werden. </a:t>
            </a:r>
          </a:p>
          <a:p>
            <a:pPr marL="0" indent="0">
              <a:buNone/>
            </a:pPr>
            <a:endParaRPr lang="de-DE" sz="1600" dirty="0"/>
          </a:p>
          <a:p>
            <a:pPr marL="0" indent="0">
              <a:buNone/>
            </a:pPr>
            <a:r>
              <a:rPr lang="de-DE" sz="1600" b="1" dirty="0" err="1"/>
              <a:t>Likelihood</a:t>
            </a:r>
            <a:r>
              <a:rPr lang="de-DE" sz="1600" dirty="0"/>
              <a:t>: Dies gibt an, wie wahrscheinlich es ist, dass Sie die Hinweise in einer bestimmten Situation sehen.</a:t>
            </a:r>
          </a:p>
          <a:p>
            <a:pPr marL="0" indent="0">
              <a:buNone/>
            </a:pPr>
            <a:r>
              <a:rPr lang="de-DE" sz="1600" dirty="0"/>
              <a:t>	Gegeben eines bestimmten Würfels wie Wahrscheinlich ist es ein bestimmtes Würfelergebnis zu erhalten.</a:t>
            </a:r>
          </a:p>
          <a:p>
            <a:pPr marL="0" indent="0">
              <a:buNone/>
            </a:pPr>
            <a:endParaRPr lang="de-DE" sz="1600" dirty="0"/>
          </a:p>
          <a:p>
            <a:pPr marL="0" indent="0">
              <a:buNone/>
            </a:pPr>
            <a:r>
              <a:rPr lang="de-DE" sz="1600" b="1" dirty="0" err="1"/>
              <a:t>Posterior</a:t>
            </a:r>
            <a:r>
              <a:rPr lang="de-DE" sz="1600" dirty="0"/>
              <a:t>: Dies ist Ihre aktualisierte Annahme, nachdem Sie die Hinweise gesehen haben.</a:t>
            </a:r>
          </a:p>
          <a:p>
            <a:pPr marL="0" indent="0">
              <a:buNone/>
            </a:pPr>
            <a:r>
              <a:rPr lang="de-DE" sz="1600" dirty="0"/>
              <a:t>	Da Sie ein bestimmtes Würfelergebnis gesehen haben, glauben Sie nun, dass die Wahrscheinlichkeit höher ist 	einen bestimmten Würfel in der Hand zu haben.</a:t>
            </a:r>
          </a:p>
          <a:p>
            <a:pPr marL="0" indent="0">
              <a:buNone/>
            </a:pPr>
            <a:endParaRPr lang="de-DE" sz="1600" dirty="0"/>
          </a:p>
        </p:txBody>
      </p:sp>
    </p:spTree>
    <p:extLst>
      <p:ext uri="{BB962C8B-B14F-4D97-AF65-F5344CB8AC3E}">
        <p14:creationId xmlns:p14="http://schemas.microsoft.com/office/powerpoint/2010/main" val="823904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1F6B48-D2FA-BCE3-6004-373E58F2D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896F085-199E-232A-5084-17DC19975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Tutorial 2 – wichtige Methoden</a:t>
            </a:r>
          </a:p>
        </p:txBody>
      </p:sp>
      <p:graphicFrame>
        <p:nvGraphicFramePr>
          <p:cNvPr id="4" name="Inhaltsplatzhalter 3">
            <a:extLst>
              <a:ext uri="{FF2B5EF4-FFF2-40B4-BE49-F238E27FC236}">
                <a16:creationId xmlns:a16="http://schemas.microsoft.com/office/drawing/2014/main" id="{B57BED57-D5EE-8805-D192-EEA3C02C5A7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82225398"/>
              </p:ext>
            </p:extLst>
          </p:nvPr>
        </p:nvGraphicFramePr>
        <p:xfrm>
          <a:off x="838200" y="1825625"/>
          <a:ext cx="10515600" cy="10109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92207761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4596088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Plt.bar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(data1, data2)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Zeichnet einen </a:t>
                      </a:r>
                      <a:r>
                        <a:rPr lang="de-DE" sz="18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Barplot</a:t>
                      </a:r>
                      <a:endParaRPr lang="de-DE" sz="18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03262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np.random.randint(0, 5)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Pseudo-</a:t>
                      </a:r>
                      <a:r>
                        <a:rPr lang="de-DE" sz="18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Zufallsgnerator</a:t>
                      </a:r>
                      <a:r>
                        <a:rPr lang="de-DE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(integer-gleichverteilt) zwischen 0 und  4 (nicht 5)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94932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13836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447</Words>
  <Application>Microsoft Office PowerPoint</Application>
  <PresentationFormat>Breitbild</PresentationFormat>
  <Paragraphs>51</Paragraphs>
  <Slides>7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</vt:lpstr>
      <vt:lpstr>Tutorial 2</vt:lpstr>
      <vt:lpstr>Was ist der 25% Quantile?</vt:lpstr>
      <vt:lpstr>Gleichung Mittelwert, empirische Varianz, …</vt:lpstr>
      <vt:lpstr>Satz von Bayes</vt:lpstr>
      <vt:lpstr>Satz von Bayes – einfaches Beispiel</vt:lpstr>
      <vt:lpstr>Satz von Bayes – Tutorial Beispiel</vt:lpstr>
      <vt:lpstr>Tutorial 2 – wichtige Methoden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Maximilian Wagner</dc:creator>
  <cp:lastModifiedBy>Maximilian Wagner</cp:lastModifiedBy>
  <cp:revision>1</cp:revision>
  <dcterms:created xsi:type="dcterms:W3CDTF">2025-10-17T12:10:01Z</dcterms:created>
  <dcterms:modified xsi:type="dcterms:W3CDTF">2025-10-17T13:37:06Z</dcterms:modified>
</cp:coreProperties>
</file>