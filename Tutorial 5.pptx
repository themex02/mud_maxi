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72" r:id="rId3"/>
    <p:sldId id="271" r:id="rId4"/>
    <p:sldId id="273" r:id="rId5"/>
    <p:sldId id="274" r:id="rId6"/>
    <p:sldId id="275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5CDBD0-E13A-4027-90DF-D44E16B93514}" v="13" dt="2026-01-19T10:04:24.7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ximilian Wagner" userId="299fb8deca5794aa" providerId="LiveId" clId="{8BDD2595-85F1-4A87-BAB2-4985FFFD9548}"/>
    <pc:docChg chg="undo custSel addSld delSld modSld sldOrd">
      <pc:chgData name="Maximilian Wagner" userId="299fb8deca5794aa" providerId="LiveId" clId="{8BDD2595-85F1-4A87-BAB2-4985FFFD9548}" dt="2026-01-19T10:04:24.736" v="2587" actId="1076"/>
      <pc:docMkLst>
        <pc:docMk/>
      </pc:docMkLst>
      <pc:sldChg chg="addSp delSp modSp new">
        <pc:chgData name="Maximilian Wagner" userId="299fb8deca5794aa" providerId="LiveId" clId="{8BDD2595-85F1-4A87-BAB2-4985FFFD9548}" dt="2026-01-19T10:04:24.736" v="2587" actId="1076"/>
        <pc:sldMkLst>
          <pc:docMk/>
          <pc:sldMk cId="2935044130" sldId="275"/>
        </pc:sldMkLst>
        <pc:spChg chg="del">
          <ac:chgData name="Maximilian Wagner" userId="299fb8deca5794aa" providerId="LiveId" clId="{8BDD2595-85F1-4A87-BAB2-4985FFFD9548}" dt="2026-01-19T10:03:34.509" v="2575"/>
          <ac:spMkLst>
            <pc:docMk/>
            <pc:sldMk cId="2935044130" sldId="275"/>
            <ac:spMk id="3" creationId="{37071FA0-F44A-6CBF-9D59-AB8B5D9073BC}"/>
          </ac:spMkLst>
        </pc:spChg>
        <pc:spChg chg="add del mod">
          <ac:chgData name="Maximilian Wagner" userId="299fb8deca5794aa" providerId="LiveId" clId="{8BDD2595-85F1-4A87-BAB2-4985FFFD9548}" dt="2026-01-19T10:04:13.423" v="2578"/>
          <ac:spMkLst>
            <pc:docMk/>
            <pc:sldMk cId="2935044130" sldId="275"/>
            <ac:spMk id="4" creationId="{61A8CFF3-D709-A833-66D4-483FB2C35744}"/>
          </ac:spMkLst>
        </pc:spChg>
        <pc:spChg chg="add mod">
          <ac:chgData name="Maximilian Wagner" userId="299fb8deca5794aa" providerId="LiveId" clId="{8BDD2595-85F1-4A87-BAB2-4985FFFD9548}" dt="2026-01-19T10:03:37.702" v="2577" actId="14100"/>
          <ac:spMkLst>
            <pc:docMk/>
            <pc:sldMk cId="2935044130" sldId="275"/>
            <ac:spMk id="5" creationId="{BE451185-CBFD-78FC-A5E9-AA8D80C16EBA}"/>
          </ac:spMkLst>
        </pc:spChg>
        <pc:picChg chg="add mod">
          <ac:chgData name="Maximilian Wagner" userId="299fb8deca5794aa" providerId="LiveId" clId="{8BDD2595-85F1-4A87-BAB2-4985FFFD9548}" dt="2026-01-19T10:04:24.736" v="2587" actId="1076"/>
          <ac:picMkLst>
            <pc:docMk/>
            <pc:sldMk cId="2935044130" sldId="275"/>
            <ac:picMk id="7" creationId="{91B13424-02C0-1603-D8FB-67590EAF671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445A1E-C5A2-620A-A6FE-C50F321A0C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7AA69FD-3F1B-9FF5-FA27-FB74FE4109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F7751EA-CE4F-0632-FAAD-053EF9157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C414-7A6C-4B23-8128-F2E69093C0B3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E20AA23-1919-BFCA-3AE4-F868953E1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3393E0F-0294-B90E-ED48-C78E3DAC9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6224-B8E0-49D5-ABA1-749C7C2430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6131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DCD6AD-DCEC-6320-7FB6-4282A70D2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6D972B5-8B3F-077E-7727-FDF5D0A17D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19A8B09-A857-7B28-6B18-EBADD3071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C414-7A6C-4B23-8128-F2E69093C0B3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947D121-B4C5-F70E-AB08-43F1B2732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19EB91-B012-0A54-C249-5E2EFF7BB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6224-B8E0-49D5-ABA1-749C7C2430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7746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E9373E-BDA9-035C-6A2A-A367A3CA0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F9ECE4F-013E-818A-F88C-A1BE04AE0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1F99E1-3668-D8B1-30FF-1285372F1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C414-7A6C-4B23-8128-F2E69093C0B3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79412D6-7712-1A84-855B-667E916E6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48E2AEA-C6E7-FC74-4B16-2F2ED5A22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6224-B8E0-49D5-ABA1-749C7C2430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4418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AAD007-7BEF-64FE-79F0-1B093C351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92F7B9F-B71F-41E2-5424-5E57EB0784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EA636CA-59E7-45C7-5CC9-E50BB72EC8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816FC04-7196-1D06-EF22-8BAA6E33E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C414-7A6C-4B23-8128-F2E69093C0B3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C816EA-295D-6BEF-7277-8D84923D3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2D86A50-E7A9-4530-F480-803DFE2A1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6224-B8E0-49D5-ABA1-749C7C2430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2037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C411C5-F986-90EE-467C-DB37133A4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B0E695F-3431-3826-409F-46FAECA0B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7BA8C2F-7BBE-4173-E3C7-32FC776F7A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086C516-7290-B50B-DEED-8553B915E4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34A630B-5758-3346-F088-42EF3C43C1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07492E5-20EE-09F8-E532-653841235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C414-7A6C-4B23-8128-F2E69093C0B3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838F027-6657-7EFD-1D32-8C4DADCE2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C0B6FBE-0E7D-8190-F83A-CA51F3143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6224-B8E0-49D5-ABA1-749C7C2430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6084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705F61-625D-0B6F-71F8-308DAC72B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FF30595-1784-4A0E-607D-2F95304B2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C414-7A6C-4B23-8128-F2E69093C0B3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F18443A-5ABC-0C9D-0487-A4901EC25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7225459-B893-5016-FFEF-EFDE18D67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6224-B8E0-49D5-ABA1-749C7C2430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3989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01ABF77-8C32-2FF5-EAE6-A6DE3C601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C414-7A6C-4B23-8128-F2E69093C0B3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74B2AE3-A7CE-A6CC-B174-81F348CFE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1E7D533-9776-E0C1-2A7D-26F4CF6C1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6224-B8E0-49D5-ABA1-749C7C2430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9691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243BC1-4E5C-D313-6DD7-F2B603A00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32E1690-3213-CA21-D4A3-F39FF5306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73306B4-A69B-B2BA-E445-E781AE4FD5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08DCC38-F7D2-E729-BCEF-CE39F2249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C414-7A6C-4B23-8128-F2E69093C0B3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61BD28A-D476-4044-DBE4-85E6E3E69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439C6C6-8B05-1335-A969-1B32020D3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6224-B8E0-49D5-ABA1-749C7C2430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8049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97DC31-BF45-FD94-E2DF-12F1E5A0F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FD5A025-50BE-86C9-8FFB-A77B401B1E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2C6C717-7DFF-9BE1-C56E-9F78A5FA68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456401F-2839-9BB9-420B-733F4F948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C414-7A6C-4B23-8128-F2E69093C0B3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CED15FA-BF25-93B4-4F4B-38B5FDEFF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B610691-5B0B-D371-7A14-D6A2D5BEE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6224-B8E0-49D5-ABA1-749C7C2430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3575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2962CD-92FB-683E-DBDE-F32419322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532C11B-23EF-A154-9704-BFBBE997FF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E94E736-A41B-6BAA-ABB6-2AF5864A0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C414-7A6C-4B23-8128-F2E69093C0B3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F5AC03A-3FE8-22D7-BF79-0A5893A3B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70132E1-6388-1794-570B-DAECE1000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6224-B8E0-49D5-ABA1-749C7C2430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3735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C83E610-9B12-C840-BF46-E4841EBFD5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B5C53B9-1E39-A624-9FB6-185AA99A88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2252F40-14F2-B02C-3094-F70402099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C414-7A6C-4B23-8128-F2E69093C0B3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DB7CD4E-E32B-DE17-F02D-8DA7DAB16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74261E8-2C24-45C7-7A44-6BA4CC125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6224-B8E0-49D5-ABA1-749C7C2430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6784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C969DBD-BC5C-23BE-9347-4DA140475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C883DDA-E123-8A64-BA1F-31125E74E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B87A4FE-1D2C-3570-7971-72B42E5588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AFC414-7A6C-4B23-8128-F2E69093C0B3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32632DF-AC06-88C6-FDE1-DA91F69DD6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2CC61E-BBD3-28D7-4426-41AF5FD2B9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576224-B8E0-49D5-ABA1-749C7C2430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0229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5CAD5-2216-60D0-CC1F-69C866AF4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110B63-78D5-6931-482D-D081084472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Tutorial 5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8260471-F60F-CB78-8993-67000BA947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tummaximilian.wagner@tum.de</a:t>
            </a:r>
          </a:p>
        </p:txBody>
      </p:sp>
    </p:spTree>
    <p:extLst>
      <p:ext uri="{BB962C8B-B14F-4D97-AF65-F5344CB8AC3E}">
        <p14:creationId xmlns:p14="http://schemas.microsoft.com/office/powerpoint/2010/main" val="594298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49A397-5C22-159D-9142-9C97D8C3B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Monte </a:t>
            </a:r>
            <a:r>
              <a:rPr lang="de-DE"/>
              <a:t>Carlo Method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8A4021-DA45-A7E5-D376-BA8D80F1BA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Problem definieren (</a:t>
            </a:r>
            <a:r>
              <a:rPr lang="de-DE"/>
              <a:t>in Integral form)</a:t>
            </a:r>
            <a:endParaRPr lang="de-DE" dirty="0"/>
          </a:p>
          <a:p>
            <a:pPr marL="457200" lvl="1" indent="0">
              <a:buNone/>
            </a:pPr>
            <a:r>
              <a:rPr lang="de-DE" dirty="0"/>
              <a:t>z. B. Fläche, Integral, Wahrscheinlichkeit, Erwartungswert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Zufallsvariablen festlegen und erzeugen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Simulation durchführen </a:t>
            </a:r>
          </a:p>
          <a:p>
            <a:pPr marL="457200" lvl="1" indent="0">
              <a:buNone/>
            </a:pPr>
            <a:r>
              <a:rPr lang="de-DE" dirty="0"/>
              <a:t>z.B. Punkt in Kreis?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Ergebnis berechnen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Genauigkeit bewerten</a:t>
            </a:r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pic>
        <p:nvPicPr>
          <p:cNvPr id="7" name="Grafik 6" descr="Ein Bild, das Schrift, Text, Reihe, weiß enthält.&#10;&#10;KI-generierte Inhalte können fehlerhaft sein.">
            <a:extLst>
              <a:ext uri="{FF2B5EF4-FFF2-40B4-BE49-F238E27FC236}">
                <a16:creationId xmlns:a16="http://schemas.microsoft.com/office/drawing/2014/main" id="{61383627-E068-44A3-5770-D16FAFFD2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576" y="4602145"/>
            <a:ext cx="3986713" cy="633403"/>
          </a:xfrm>
          <a:prstGeom prst="rect">
            <a:avLst/>
          </a:prstGeom>
        </p:spPr>
      </p:pic>
      <p:pic>
        <p:nvPicPr>
          <p:cNvPr id="9" name="Grafik 8" descr="Ein Bild, das Schrift, Text, weiß, Design enthält.&#10;&#10;KI-generierte Inhalte können fehlerhaft sein.">
            <a:extLst>
              <a:ext uri="{FF2B5EF4-FFF2-40B4-BE49-F238E27FC236}">
                <a16:creationId xmlns:a16="http://schemas.microsoft.com/office/drawing/2014/main" id="{9734B7B4-47E5-4A15-B4EE-FA6D4F54D4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7420" y="5740350"/>
            <a:ext cx="1120237" cy="5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840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DF967-6AC2-758D-A7F1-CE74448DA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1E3CA7-0759-E47D-D4DB-A50DD9481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 1a)</a:t>
            </a:r>
          </a:p>
        </p:txBody>
      </p:sp>
      <p:pic>
        <p:nvPicPr>
          <p:cNvPr id="7" name="Grafik 6" descr="Ein Bild, das Diagramm enthält.&#10;&#10;KI-generierte Inhalte können fehlerhaft sein.">
            <a:extLst>
              <a:ext uri="{FF2B5EF4-FFF2-40B4-BE49-F238E27FC236}">
                <a16:creationId xmlns:a16="http://schemas.microsoft.com/office/drawing/2014/main" id="{05A9F297-635D-F457-81E6-CA02B9C75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9469" y="1897272"/>
            <a:ext cx="3895878" cy="3780273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2849E83F-F98A-2913-B07A-52C8A97E1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3152" y="2254081"/>
            <a:ext cx="1832041" cy="398683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5F312E03-4626-89D6-DC84-1D2F358531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3152" y="2589963"/>
            <a:ext cx="1226358" cy="310908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5B7CE757-B2A5-C8BF-E478-B5A439D7EE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3152" y="4030170"/>
            <a:ext cx="5913632" cy="62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210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90209D-8FEB-A47F-6D03-45B169C19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 2b)</a:t>
            </a:r>
          </a:p>
        </p:txBody>
      </p:sp>
      <p:pic>
        <p:nvPicPr>
          <p:cNvPr id="5" name="Grafik 4" descr="Ein Bild, das Schrift, Text, weiß, Kalligrafie enthält.&#10;&#10;KI-generierte Inhalte können fehlerhaft sein.">
            <a:extLst>
              <a:ext uri="{FF2B5EF4-FFF2-40B4-BE49-F238E27FC236}">
                <a16:creationId xmlns:a16="http://schemas.microsoft.com/office/drawing/2014/main" id="{3E6EFDCA-83DC-455F-2B23-4D0E6044B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162" y="3006053"/>
            <a:ext cx="3863675" cy="845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801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7CBA76-704B-1035-1591-1E094153A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 3 – Erwartungswertintegral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20C4207-D749-8C69-A1E0-C9DB6A42F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5805" y="2887933"/>
            <a:ext cx="6340389" cy="1082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995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E68FC4-88E7-50B0-A381-7977390D4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7" name="Inhaltsplatzhalter 6" descr="Ein Bild, das Text, Handschrift, Schrift, Zahl enthält.&#10;&#10;KI-generierte Inhalte können fehlerhaft sein.">
            <a:extLst>
              <a:ext uri="{FF2B5EF4-FFF2-40B4-BE49-F238E27FC236}">
                <a16:creationId xmlns:a16="http://schemas.microsoft.com/office/drawing/2014/main" id="{91B13424-02C0-1603-D8FB-67590EAF67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493859" y="268612"/>
            <a:ext cx="6686469" cy="6589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4">
            <a:extLst>
              <a:ext uri="{FF2B5EF4-FFF2-40B4-BE49-F238E27FC236}">
                <a16:creationId xmlns:a16="http://schemas.microsoft.com/office/drawing/2014/main" id="{BE451185-CBFD-78FC-A5E9-AA8D80C16EB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2907792" cy="2907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5044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</Words>
  <Application>Microsoft Office PowerPoint</Application>
  <PresentationFormat>Breitbild</PresentationFormat>
  <Paragraphs>16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</vt:lpstr>
      <vt:lpstr>Tutorial 5</vt:lpstr>
      <vt:lpstr>Monte Carlo Method</vt:lpstr>
      <vt:lpstr>Aufgabe 1a)</vt:lpstr>
      <vt:lpstr>Aufgabe 2b)</vt:lpstr>
      <vt:lpstr>Aufgabe 3 – Erwartungswertintegral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Maximilian Wagner</dc:creator>
  <cp:lastModifiedBy>Maximilian Wagner</cp:lastModifiedBy>
  <cp:revision>1</cp:revision>
  <dcterms:created xsi:type="dcterms:W3CDTF">2025-10-17T12:10:01Z</dcterms:created>
  <dcterms:modified xsi:type="dcterms:W3CDTF">2026-01-19T10:04:35Z</dcterms:modified>
</cp:coreProperties>
</file>