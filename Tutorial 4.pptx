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8" r:id="rId3"/>
    <p:sldId id="269" r:id="rId4"/>
    <p:sldId id="267" r:id="rId5"/>
    <p:sldId id="272" r:id="rId6"/>
    <p:sldId id="273" r:id="rId7"/>
    <p:sldId id="274" r:id="rId8"/>
    <p:sldId id="270" r:id="rId9"/>
    <p:sldId id="27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8D8E0-B7DC-446B-A359-430D9A3F8E64}" v="1" dt="2025-12-14T14:26:16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Wagner" userId="299fb8deca5794aa" providerId="LiveId" clId="{8BDD2595-85F1-4A87-BAB2-4985FFFD9548}"/>
    <pc:docChg chg="undo custSel addSld delSld modSld sldOrd">
      <pc:chgData name="Maximilian Wagner" userId="299fb8deca5794aa" providerId="LiveId" clId="{8BDD2595-85F1-4A87-BAB2-4985FFFD9548}" dt="2025-12-14T14:37:03.520" v="2282" actId="1076"/>
      <pc:docMkLst>
        <pc:docMk/>
      </pc:docMkLst>
      <pc:sldChg chg="addSp delSp modSp add mod ord">
        <pc:chgData name="Maximilian Wagner" userId="299fb8deca5794aa" providerId="LiveId" clId="{8BDD2595-85F1-4A87-BAB2-4985FFFD9548}" dt="2025-11-17T12:25:05.383" v="1819" actId="478"/>
        <pc:sldMkLst>
          <pc:docMk/>
          <pc:sldMk cId="594298469" sldId="263"/>
        </pc:sldMkLst>
        <pc:spChg chg="mod">
          <ac:chgData name="Maximilian Wagner" userId="299fb8deca5794aa" providerId="LiveId" clId="{8BDD2595-85F1-4A87-BAB2-4985FFFD9548}" dt="2025-11-17T12:25:01.604" v="1817" actId="20577"/>
          <ac:spMkLst>
            <pc:docMk/>
            <pc:sldMk cId="594298469" sldId="263"/>
            <ac:spMk id="2" creationId="{DA110B63-78D5-6931-482D-D08108447241}"/>
          </ac:spMkLst>
        </pc:spChg>
      </pc:sldChg>
      <pc:sldChg chg="modSp add mod">
        <pc:chgData name="Maximilian Wagner" userId="299fb8deca5794aa" providerId="LiveId" clId="{8BDD2595-85F1-4A87-BAB2-4985FFFD9548}" dt="2025-11-17T13:11:31.982" v="2204" actId="2165"/>
        <pc:sldMkLst>
          <pc:docMk/>
          <pc:sldMk cId="1731383654" sldId="267"/>
        </pc:sldMkLst>
        <pc:spChg chg="mod">
          <ac:chgData name="Maximilian Wagner" userId="299fb8deca5794aa" providerId="LiveId" clId="{8BDD2595-85F1-4A87-BAB2-4985FFFD9548}" dt="2025-11-17T12:28:15.134" v="1830" actId="20577"/>
          <ac:spMkLst>
            <pc:docMk/>
            <pc:sldMk cId="1731383654" sldId="267"/>
            <ac:spMk id="2" creationId="{5896F085-199E-232A-5084-17DC19975176}"/>
          </ac:spMkLst>
        </pc:spChg>
        <pc:graphicFrameChg chg="mod modGraphic">
          <ac:chgData name="Maximilian Wagner" userId="299fb8deca5794aa" providerId="LiveId" clId="{8BDD2595-85F1-4A87-BAB2-4985FFFD9548}" dt="2025-11-17T13:11:31.982" v="2204" actId="2165"/>
          <ac:graphicFrameMkLst>
            <pc:docMk/>
            <pc:sldMk cId="1731383654" sldId="267"/>
            <ac:graphicFrameMk id="4" creationId="{B57BED57-D5EE-8805-D192-EEA3C02C5A7D}"/>
          </ac:graphicFrameMkLst>
        </pc:graphicFrameChg>
      </pc:sldChg>
      <pc:sldChg chg="modSp new mod">
        <pc:chgData name="Maximilian Wagner" userId="299fb8deca5794aa" providerId="LiveId" clId="{8BDD2595-85F1-4A87-BAB2-4985FFFD9548}" dt="2025-11-17T12:37:00.166" v="1931" actId="20577"/>
        <pc:sldMkLst>
          <pc:docMk/>
          <pc:sldMk cId="1793232303" sldId="268"/>
        </pc:sldMkLst>
        <pc:spChg chg="mod">
          <ac:chgData name="Maximilian Wagner" userId="299fb8deca5794aa" providerId="LiveId" clId="{8BDD2595-85F1-4A87-BAB2-4985FFFD9548}" dt="2025-11-17T12:32:21.858" v="1869" actId="20577"/>
          <ac:spMkLst>
            <pc:docMk/>
            <pc:sldMk cId="1793232303" sldId="268"/>
            <ac:spMk id="2" creationId="{26DC63DD-12DB-858C-EA0F-BCFACBB33E50}"/>
          </ac:spMkLst>
        </pc:spChg>
        <pc:spChg chg="mod">
          <ac:chgData name="Maximilian Wagner" userId="299fb8deca5794aa" providerId="LiveId" clId="{8BDD2595-85F1-4A87-BAB2-4985FFFD9548}" dt="2025-11-17T12:37:00.166" v="1931" actId="20577"/>
          <ac:spMkLst>
            <pc:docMk/>
            <pc:sldMk cId="1793232303" sldId="268"/>
            <ac:spMk id="3" creationId="{62142B83-D89C-F88E-1085-1D07ED79E15F}"/>
          </ac:spMkLst>
        </pc:spChg>
      </pc:sldChg>
      <pc:sldChg chg="addSp modSp add mod">
        <pc:chgData name="Maximilian Wagner" userId="299fb8deca5794aa" providerId="LiveId" clId="{8BDD2595-85F1-4A87-BAB2-4985FFFD9548}" dt="2025-11-17T12:36:53.224" v="1928" actId="1076"/>
        <pc:sldMkLst>
          <pc:docMk/>
          <pc:sldMk cId="2694727080" sldId="269"/>
        </pc:sldMkLst>
        <pc:spChg chg="mod">
          <ac:chgData name="Maximilian Wagner" userId="299fb8deca5794aa" providerId="LiveId" clId="{8BDD2595-85F1-4A87-BAB2-4985FFFD9548}" dt="2025-11-17T12:36:38.118" v="1923" actId="14100"/>
          <ac:spMkLst>
            <pc:docMk/>
            <pc:sldMk cId="2694727080" sldId="269"/>
            <ac:spMk id="3" creationId="{6ED96E11-0625-C0C4-5D48-168D041C1CA7}"/>
          </ac:spMkLst>
        </pc:spChg>
        <pc:picChg chg="add mod">
          <ac:chgData name="Maximilian Wagner" userId="299fb8deca5794aa" providerId="LiveId" clId="{8BDD2595-85F1-4A87-BAB2-4985FFFD9548}" dt="2025-11-17T12:36:53.224" v="1928" actId="1076"/>
          <ac:picMkLst>
            <pc:docMk/>
            <pc:sldMk cId="2694727080" sldId="269"/>
            <ac:picMk id="1026" creationId="{01D8A07C-AA5C-486B-3DE7-DC74A38F36DD}"/>
          </ac:picMkLst>
        </pc:picChg>
      </pc:sldChg>
      <pc:sldChg chg="modSp new mod">
        <pc:chgData name="Maximilian Wagner" userId="299fb8deca5794aa" providerId="LiveId" clId="{8BDD2595-85F1-4A87-BAB2-4985FFFD9548}" dt="2025-11-17T13:08:00.644" v="2202" actId="20577"/>
        <pc:sldMkLst>
          <pc:docMk/>
          <pc:sldMk cId="930748121" sldId="270"/>
        </pc:sldMkLst>
        <pc:spChg chg="mod">
          <ac:chgData name="Maximilian Wagner" userId="299fb8deca5794aa" providerId="LiveId" clId="{8BDD2595-85F1-4A87-BAB2-4985FFFD9548}" dt="2025-11-17T13:03:11.716" v="2100" actId="20577"/>
          <ac:spMkLst>
            <pc:docMk/>
            <pc:sldMk cId="930748121" sldId="270"/>
            <ac:spMk id="2" creationId="{71ACB6B0-2008-51E7-4349-3FE015E0C5B2}"/>
          </ac:spMkLst>
        </pc:spChg>
        <pc:spChg chg="mod">
          <ac:chgData name="Maximilian Wagner" userId="299fb8deca5794aa" providerId="LiveId" clId="{8BDD2595-85F1-4A87-BAB2-4985FFFD9548}" dt="2025-11-17T13:08:00.644" v="2202" actId="20577"/>
          <ac:spMkLst>
            <pc:docMk/>
            <pc:sldMk cId="930748121" sldId="270"/>
            <ac:spMk id="3" creationId="{CEF47823-20CC-742E-29D7-E5A319062B43}"/>
          </ac:spMkLst>
        </pc:spChg>
      </pc:sldChg>
      <pc:sldChg chg="modSp add">
        <pc:chgData name="Maximilian Wagner" userId="299fb8deca5794aa" providerId="LiveId" clId="{8BDD2595-85F1-4A87-BAB2-4985FFFD9548}" dt="2025-11-17T13:07:49.006" v="2199"/>
        <pc:sldMkLst>
          <pc:docMk/>
          <pc:sldMk cId="1375210234" sldId="271"/>
        </pc:sldMkLst>
        <pc:spChg chg="mod">
          <ac:chgData name="Maximilian Wagner" userId="299fb8deca5794aa" providerId="LiveId" clId="{8BDD2595-85F1-4A87-BAB2-4985FFFD9548}" dt="2025-11-17T13:07:49.006" v="2199"/>
          <ac:spMkLst>
            <pc:docMk/>
            <pc:sldMk cId="1375210234" sldId="271"/>
            <ac:spMk id="3" creationId="{08761DD7-E0C4-2D1C-DD48-6316F3E1910C}"/>
          </ac:spMkLst>
        </pc:spChg>
      </pc:sldChg>
      <pc:sldChg chg="addSp modSp new mod modAnim">
        <pc:chgData name="Maximilian Wagner" userId="299fb8deca5794aa" providerId="LiveId" clId="{8BDD2595-85F1-4A87-BAB2-4985FFFD9548}" dt="2025-12-14T14:26:16.935" v="2254"/>
        <pc:sldMkLst>
          <pc:docMk/>
          <pc:sldMk cId="3959121046" sldId="272"/>
        </pc:sldMkLst>
        <pc:spChg chg="mod">
          <ac:chgData name="Maximilian Wagner" userId="299fb8deca5794aa" providerId="LiveId" clId="{8BDD2595-85F1-4A87-BAB2-4985FFFD9548}" dt="2025-12-14T14:24:30.873" v="2219" actId="20577"/>
          <ac:spMkLst>
            <pc:docMk/>
            <pc:sldMk cId="3959121046" sldId="272"/>
            <ac:spMk id="2" creationId="{F149A18E-088C-FD07-ECD7-E33516F29FFD}"/>
          </ac:spMkLst>
        </pc:spChg>
        <pc:spChg chg="mod">
          <ac:chgData name="Maximilian Wagner" userId="299fb8deca5794aa" providerId="LiveId" clId="{8BDD2595-85F1-4A87-BAB2-4985FFFD9548}" dt="2025-12-14T14:25:55.926" v="2252" actId="20577"/>
          <ac:spMkLst>
            <pc:docMk/>
            <pc:sldMk cId="3959121046" sldId="272"/>
            <ac:spMk id="3" creationId="{E3C6703E-8D4A-83C9-6274-24E086E8B1DC}"/>
          </ac:spMkLst>
        </pc:spChg>
        <pc:picChg chg="add mod">
          <ac:chgData name="Maximilian Wagner" userId="299fb8deca5794aa" providerId="LiveId" clId="{8BDD2595-85F1-4A87-BAB2-4985FFFD9548}" dt="2025-12-14T14:24:25.456" v="2208" actId="1076"/>
          <ac:picMkLst>
            <pc:docMk/>
            <pc:sldMk cId="3959121046" sldId="272"/>
            <ac:picMk id="5" creationId="{ED30A0C4-23DF-54F2-F349-1D732B16C28E}"/>
          </ac:picMkLst>
        </pc:picChg>
        <pc:picChg chg="add mod">
          <ac:chgData name="Maximilian Wagner" userId="299fb8deca5794aa" providerId="LiveId" clId="{8BDD2595-85F1-4A87-BAB2-4985FFFD9548}" dt="2025-12-14T14:25:23.040" v="2224" actId="1076"/>
          <ac:picMkLst>
            <pc:docMk/>
            <pc:sldMk cId="3959121046" sldId="272"/>
            <ac:picMk id="7" creationId="{A9C6700E-47AC-9D5A-6B89-E049EE5C08EB}"/>
          </ac:picMkLst>
        </pc:picChg>
        <pc:picChg chg="add mod">
          <ac:chgData name="Maximilian Wagner" userId="299fb8deca5794aa" providerId="LiveId" clId="{8BDD2595-85F1-4A87-BAB2-4985FFFD9548}" dt="2025-12-14T14:25:58.527" v="2253" actId="1076"/>
          <ac:picMkLst>
            <pc:docMk/>
            <pc:sldMk cId="3959121046" sldId="272"/>
            <ac:picMk id="9" creationId="{C0A307DA-A2AF-F6B9-68F3-F8F944AD2A81}"/>
          </ac:picMkLst>
        </pc:picChg>
      </pc:sldChg>
      <pc:sldChg chg="addSp delSp modSp add mod delAnim">
        <pc:chgData name="Maximilian Wagner" userId="299fb8deca5794aa" providerId="LiveId" clId="{8BDD2595-85F1-4A87-BAB2-4985FFFD9548}" dt="2025-12-14T14:28:26.349" v="2265" actId="962"/>
        <pc:sldMkLst>
          <pc:docMk/>
          <pc:sldMk cId="471857318" sldId="273"/>
        </pc:sldMkLst>
        <pc:spChg chg="mod">
          <ac:chgData name="Maximilian Wagner" userId="299fb8deca5794aa" providerId="LiveId" clId="{8BDD2595-85F1-4A87-BAB2-4985FFFD9548}" dt="2025-12-14T14:26:48.602" v="2257" actId="20577"/>
          <ac:spMkLst>
            <pc:docMk/>
            <pc:sldMk cId="471857318" sldId="273"/>
            <ac:spMk id="2" creationId="{37F79C75-749A-425C-FE86-92C43EA6820F}"/>
          </ac:spMkLst>
        </pc:spChg>
        <pc:spChg chg="del">
          <ac:chgData name="Maximilian Wagner" userId="299fb8deca5794aa" providerId="LiveId" clId="{8BDD2595-85F1-4A87-BAB2-4985FFFD9548}" dt="2025-12-14T14:28:19.678" v="2259" actId="478"/>
          <ac:spMkLst>
            <pc:docMk/>
            <pc:sldMk cId="471857318" sldId="273"/>
            <ac:spMk id="3" creationId="{5D5D8D74-A9A6-AFFB-3C26-F497E49BBE91}"/>
          </ac:spMkLst>
        </pc:spChg>
        <pc:spChg chg="add del mod">
          <ac:chgData name="Maximilian Wagner" userId="299fb8deca5794aa" providerId="LiveId" clId="{8BDD2595-85F1-4A87-BAB2-4985FFFD9548}" dt="2025-12-14T14:28:23.402" v="2260" actId="478"/>
          <ac:spMkLst>
            <pc:docMk/>
            <pc:sldMk cId="471857318" sldId="273"/>
            <ac:spMk id="6" creationId="{335774EE-97E0-6AB8-AF0D-C920411129F9}"/>
          </ac:spMkLst>
        </pc:spChg>
        <pc:picChg chg="del">
          <ac:chgData name="Maximilian Wagner" userId="299fb8deca5794aa" providerId="LiveId" clId="{8BDD2595-85F1-4A87-BAB2-4985FFFD9548}" dt="2025-12-14T14:28:24.081" v="2261" actId="478"/>
          <ac:picMkLst>
            <pc:docMk/>
            <pc:sldMk cId="471857318" sldId="273"/>
            <ac:picMk id="5" creationId="{660D0CE3-4F0E-0E4F-FE6F-36F37B2F0379}"/>
          </ac:picMkLst>
        </pc:picChg>
        <pc:picChg chg="del">
          <ac:chgData name="Maximilian Wagner" userId="299fb8deca5794aa" providerId="LiveId" clId="{8BDD2595-85F1-4A87-BAB2-4985FFFD9548}" dt="2025-12-14T14:28:17.985" v="2258" actId="478"/>
          <ac:picMkLst>
            <pc:docMk/>
            <pc:sldMk cId="471857318" sldId="273"/>
            <ac:picMk id="7" creationId="{672A1FCE-8B9E-269D-00CF-8EDA318E9216}"/>
          </ac:picMkLst>
        </pc:picChg>
        <pc:picChg chg="del">
          <ac:chgData name="Maximilian Wagner" userId="299fb8deca5794aa" providerId="LiveId" clId="{8BDD2595-85F1-4A87-BAB2-4985FFFD9548}" dt="2025-12-14T14:28:24.846" v="2262" actId="478"/>
          <ac:picMkLst>
            <pc:docMk/>
            <pc:sldMk cId="471857318" sldId="273"/>
            <ac:picMk id="9" creationId="{4A96C978-B0C0-3E70-66CE-38FC05E4E7C0}"/>
          </ac:picMkLst>
        </pc:picChg>
        <pc:picChg chg="add mod">
          <ac:chgData name="Maximilian Wagner" userId="299fb8deca5794aa" providerId="LiveId" clId="{8BDD2595-85F1-4A87-BAB2-4985FFFD9548}" dt="2025-12-14T14:28:26.349" v="2265" actId="962"/>
          <ac:picMkLst>
            <pc:docMk/>
            <pc:sldMk cId="471857318" sldId="273"/>
            <ac:picMk id="10" creationId="{2D4CD7CF-A3C4-7961-FA6C-45C3927376AD}"/>
          </ac:picMkLst>
        </pc:picChg>
      </pc:sldChg>
      <pc:sldChg chg="addSp delSp modSp add mod">
        <pc:chgData name="Maximilian Wagner" userId="299fb8deca5794aa" providerId="LiveId" clId="{8BDD2595-85F1-4A87-BAB2-4985FFFD9548}" dt="2025-12-14T14:37:03.520" v="2282" actId="1076"/>
        <pc:sldMkLst>
          <pc:docMk/>
          <pc:sldMk cId="1974083912" sldId="274"/>
        </pc:sldMkLst>
        <pc:spChg chg="mod">
          <ac:chgData name="Maximilian Wagner" userId="299fb8deca5794aa" providerId="LiveId" clId="{8BDD2595-85F1-4A87-BAB2-4985FFFD9548}" dt="2025-12-14T14:29:57.147" v="2272" actId="20577"/>
          <ac:spMkLst>
            <pc:docMk/>
            <pc:sldMk cId="1974083912" sldId="274"/>
            <ac:spMk id="2" creationId="{087180C9-DB7C-ACF9-E45F-FF14C17DA302}"/>
          </ac:spMkLst>
        </pc:spChg>
        <pc:picChg chg="add mod">
          <ac:chgData name="Maximilian Wagner" userId="299fb8deca5794aa" providerId="LiveId" clId="{8BDD2595-85F1-4A87-BAB2-4985FFFD9548}" dt="2025-12-14T14:30:02.944" v="2278" actId="1076"/>
          <ac:picMkLst>
            <pc:docMk/>
            <pc:sldMk cId="1974083912" sldId="274"/>
            <ac:picMk id="4" creationId="{93C898B7-BDB2-2252-64DF-104E7A055AB3}"/>
          </ac:picMkLst>
        </pc:picChg>
        <pc:picChg chg="add mod">
          <ac:chgData name="Maximilian Wagner" userId="299fb8deca5794aa" providerId="LiveId" clId="{8BDD2595-85F1-4A87-BAB2-4985FFFD9548}" dt="2025-12-14T14:37:03.520" v="2282" actId="1076"/>
          <ac:picMkLst>
            <pc:docMk/>
            <pc:sldMk cId="1974083912" sldId="274"/>
            <ac:picMk id="6" creationId="{C1413B67-79BC-F37C-5098-C8AEA1259C95}"/>
          </ac:picMkLst>
        </pc:picChg>
        <pc:picChg chg="del">
          <ac:chgData name="Maximilian Wagner" userId="299fb8deca5794aa" providerId="LiveId" clId="{8BDD2595-85F1-4A87-BAB2-4985FFFD9548}" dt="2025-12-14T14:29:58.940" v="2273" actId="478"/>
          <ac:picMkLst>
            <pc:docMk/>
            <pc:sldMk cId="1974083912" sldId="274"/>
            <ac:picMk id="10" creationId="{2A65DED9-D9ED-168A-F67F-9D52598A24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45A1E-C5A2-620A-A6FE-C50F321A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A69FD-3F1B-9FF5-FA27-FB74FE410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7751EA-CE4F-0632-FAAD-053EF915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20AA23-1919-BFCA-3AE4-F868953E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393E0F-0294-B90E-ED48-C78E3DAC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13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DCD6AD-DCEC-6320-7FB6-4282A70D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D972B5-8B3F-077E-7727-FDF5D0A1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9A8B09-A857-7B28-6B18-EBADD307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47D121-B4C5-F70E-AB08-43F1B273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9EB91-B012-0A54-C249-5E2EFF7B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7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9373E-BDA9-035C-6A2A-A367A3CA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9ECE4F-013E-818A-F88C-A1BE04A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1F99E1-3668-D8B1-30FF-1285372F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9412D6-7712-1A84-855B-667E916E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8E2AEA-C6E7-FC74-4B16-2F2ED5A2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41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AD007-7BEF-64FE-79F0-1B093C35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2F7B9F-B71F-41E2-5424-5E57EB078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A636CA-59E7-45C7-5CC9-E50BB72EC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16FC04-7196-1D06-EF22-8BAA6E33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C816EA-295D-6BEF-7277-8D84923D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86A50-E7A9-4530-F480-803DFE2A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03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411C5-F986-90EE-467C-DB37133A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0E695F-3431-3826-409F-46FAECA0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BA8C2F-7BBE-4173-E3C7-32FC776F7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086C516-7290-B50B-DEED-8553B915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4A630B-5758-3346-F088-42EF3C43C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7492E5-20EE-09F8-E532-65384123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38F027-6657-7EFD-1D32-8C4DADCE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0B6FBE-0E7D-8190-F83A-CA51F314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08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05F61-625D-0B6F-71F8-308DAC72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F30595-1784-4A0E-607D-2F95304B2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18443A-5ABC-0C9D-0487-A4901EC2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225459-B893-5016-FFEF-EFDE18D6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98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1ABF77-8C32-2FF5-EAE6-A6DE3C60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B2AE3-A7CE-A6CC-B174-81F348CF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E7D533-9776-E0C1-2A7D-26F4CF6C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96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43BC1-4E5C-D313-6DD7-F2B603A0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2E1690-3213-CA21-D4A3-F39FF530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3306B4-A69B-B2BA-E445-E781AE4FD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8DCC38-F7D2-E729-BCEF-CE39F224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1BD28A-D476-4044-DBE4-85E6E3E6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39C6C6-8B05-1335-A969-1B32020D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04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7DC31-BF45-FD94-E2DF-12F1E5A0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D5A025-50BE-86C9-8FFB-A77B401B1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C6C717-7DFF-9BE1-C56E-9F78A5FA6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56401F-2839-9BB9-420B-733F4F9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ED15FA-BF25-93B4-4F4B-38B5FDEF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610691-5B0B-D371-7A14-D6A2D5B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57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962CD-92FB-683E-DBDE-F3241932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32C11B-23EF-A154-9704-BFBBE997F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94E736-A41B-6BAA-ABB6-2AF5864A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AC03A-3FE8-22D7-BF79-0A5893A3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0132E1-6388-1794-570B-DAECE100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73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C83E610-9B12-C840-BF46-E4841EBF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5C53B9-1E39-A624-9FB6-185AA99A8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252F40-14F2-B02C-3094-F7040209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B7CD4E-E32B-DE17-F02D-8DA7DAB1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4261E8-2C24-45C7-7A44-6BA4CC12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969DBD-BC5C-23BE-9347-4DA14047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883DDA-E123-8A64-BA1F-31125E74E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87A4FE-1D2C-3570-7971-72B42E558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FC414-7A6C-4B23-8128-F2E69093C0B3}" type="datetimeFigureOut">
              <a:rPr lang="de-DE" smtClean="0"/>
              <a:t>14.12.2025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2632DF-AC06-88C6-FDE1-DA91F69DD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CC61E-BBD3-28D7-4426-41AF5FD2B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76224-B8E0-49D5-ABA1-749C7C2430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022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CAD5-2216-60D0-CC1F-69C866AF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10B63-78D5-6931-482D-D08108447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Tutorial 4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260471-F60F-CB78-8993-67000BA947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tummaximilian.wagner@tum.de</a:t>
            </a:r>
          </a:p>
        </p:txBody>
      </p:sp>
    </p:spTree>
    <p:extLst>
      <p:ext uri="{BB962C8B-B14F-4D97-AF65-F5344CB8AC3E}">
        <p14:creationId xmlns:p14="http://schemas.microsoft.com/office/powerpoint/2010/main" val="59429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DC63DD-12DB-858C-EA0F-BCFACBB3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Signifikanztest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142B83-D89C-F88E-1085-1D07ED79E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b="1" dirty="0"/>
              <a:t>1. Hypothesen formulieren</a:t>
            </a:r>
          </a:p>
          <a:p>
            <a:pPr lvl="1"/>
            <a:r>
              <a:rPr lang="de-DE" sz="1800" b="1" dirty="0"/>
              <a:t>Nullhypothese (H₀):</a:t>
            </a:r>
            <a:r>
              <a:rPr lang="de-DE" sz="1800" dirty="0"/>
              <a:t> Es gibt </a:t>
            </a:r>
            <a:r>
              <a:rPr lang="de-DE" sz="1800" i="1" dirty="0"/>
              <a:t>keinen Effekt</a:t>
            </a:r>
            <a:r>
              <a:rPr lang="de-DE" sz="1800" dirty="0"/>
              <a:t> / alles ist wie erwartet.</a:t>
            </a:r>
          </a:p>
          <a:p>
            <a:pPr lvl="1"/>
            <a:r>
              <a:rPr lang="de-DE" sz="1800" b="1" dirty="0"/>
              <a:t>Alternativhypothese (H₁):</a:t>
            </a:r>
            <a:r>
              <a:rPr lang="de-DE" sz="1800" dirty="0"/>
              <a:t> Es gibt </a:t>
            </a:r>
            <a:r>
              <a:rPr lang="de-DE" sz="1800" i="1" dirty="0"/>
              <a:t>einen Effekt</a:t>
            </a:r>
            <a:r>
              <a:rPr lang="de-DE" sz="1800" dirty="0"/>
              <a:t> / etwas weicht ab.</a:t>
            </a:r>
          </a:p>
          <a:p>
            <a:pPr lvl="1"/>
            <a:endParaRPr lang="de-DE" sz="1800" dirty="0"/>
          </a:p>
          <a:p>
            <a:pPr marL="0" indent="0">
              <a:buNone/>
            </a:pPr>
            <a:r>
              <a:rPr lang="de-DE" sz="1800" b="1" dirty="0"/>
              <a:t>2. Signifikanzniveau wählen (α)</a:t>
            </a:r>
          </a:p>
          <a:p>
            <a:pPr lvl="1"/>
            <a:r>
              <a:rPr lang="de-DE" sz="1800" dirty="0"/>
              <a:t> maximale Irrtumswahrscheinlichkeit, H₀ abzulehnen obwohl sie stimmt.</a:t>
            </a:r>
            <a:endParaRPr lang="de-DE" sz="1800" b="1" dirty="0"/>
          </a:p>
          <a:p>
            <a:pPr lvl="1"/>
            <a:r>
              <a:rPr lang="de-DE" sz="1800" dirty="0"/>
              <a:t>Typisch: </a:t>
            </a:r>
            <a:r>
              <a:rPr lang="de-DE" sz="1800" b="1" dirty="0"/>
              <a:t>0,05</a:t>
            </a:r>
            <a:r>
              <a:rPr lang="de-DE" sz="1800" dirty="0"/>
              <a:t> oder </a:t>
            </a:r>
            <a:r>
              <a:rPr lang="de-DE" sz="1800" b="1" dirty="0"/>
              <a:t>0,01</a:t>
            </a:r>
          </a:p>
          <a:p>
            <a:pPr lvl="1"/>
            <a:endParaRPr lang="de-DE" sz="1800" dirty="0"/>
          </a:p>
          <a:p>
            <a:pPr marL="0" indent="0">
              <a:buNone/>
            </a:pPr>
            <a:r>
              <a:rPr lang="de-DE" sz="1800" b="1" dirty="0"/>
              <a:t>3. Teststatistik berechnen</a:t>
            </a:r>
          </a:p>
          <a:p>
            <a:pPr lvl="1"/>
            <a:r>
              <a:rPr lang="de-DE" sz="1800" dirty="0"/>
              <a:t>Aus Daten wird ein Wert berechnet (z. B. Anzahl Erfolge, Mittelwert, z-Wert).</a:t>
            </a:r>
          </a:p>
          <a:p>
            <a:pPr marL="457200" lvl="1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b="1" dirty="0"/>
              <a:t>4. p-Wert bestimmen</a:t>
            </a:r>
          </a:p>
          <a:p>
            <a:pPr lvl="1"/>
            <a:r>
              <a:rPr lang="de-DE" sz="1800" dirty="0"/>
              <a:t>Der p-Wert ist die Wahrscheinlichkeit, ein Ergebnis </a:t>
            </a:r>
            <a:r>
              <a:rPr lang="de-DE" sz="1800" b="1" dirty="0"/>
              <a:t>mindestens so extrem</a:t>
            </a:r>
            <a:r>
              <a:rPr lang="de-DE" sz="1800" dirty="0"/>
              <a:t> wie das beobachtete zu erhalten </a:t>
            </a:r>
            <a:r>
              <a:rPr lang="de-DE" sz="1800" b="1" dirty="0"/>
              <a:t>unter der Annahme, dass H₀ stimmt</a:t>
            </a:r>
            <a:r>
              <a:rPr lang="de-DE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323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1785-BB9D-0D48-5FE8-96523834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368BE8-0104-1941-1447-1F279EBEC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Signifikanztest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D96E11-0625-C0C4-5D48-168D041C1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089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b="1" dirty="0"/>
              <a:t>5. Entscheidung treffen</a:t>
            </a:r>
          </a:p>
          <a:p>
            <a:pPr lvl="1"/>
            <a:r>
              <a:rPr lang="de-DE" sz="1800" b="1" dirty="0"/>
              <a:t>p ≤ α:</a:t>
            </a:r>
            <a:r>
              <a:rPr lang="de-DE" sz="1800" dirty="0"/>
              <a:t> H₀ </a:t>
            </a:r>
            <a:r>
              <a:rPr lang="de-DE" sz="1800" b="1" dirty="0"/>
              <a:t>ablehnen</a:t>
            </a:r>
            <a:r>
              <a:rPr lang="de-DE" sz="1800" dirty="0"/>
              <a:t> → Ergebnis </a:t>
            </a:r>
            <a:r>
              <a:rPr lang="de-DE" sz="1800" b="1" dirty="0"/>
              <a:t>signifikant</a:t>
            </a:r>
            <a:endParaRPr lang="de-DE" sz="1800" dirty="0"/>
          </a:p>
          <a:p>
            <a:pPr lvl="1"/>
            <a:r>
              <a:rPr lang="de-DE" sz="1800" b="1" dirty="0"/>
              <a:t>p &gt; α:</a:t>
            </a:r>
            <a:r>
              <a:rPr lang="de-DE" sz="1800" dirty="0"/>
              <a:t> H₀ </a:t>
            </a:r>
            <a:r>
              <a:rPr lang="de-DE" sz="1800" b="1" dirty="0"/>
              <a:t>nicht ablehnen</a:t>
            </a:r>
            <a:r>
              <a:rPr lang="de-DE" sz="1800" dirty="0"/>
              <a:t> → kein signifikanter Befund</a:t>
            </a:r>
          </a:p>
          <a:p>
            <a:pPr lvl="1"/>
            <a:endParaRPr lang="de-DE" sz="1800" dirty="0"/>
          </a:p>
          <a:p>
            <a:pPr marL="0" indent="0">
              <a:buNone/>
            </a:pPr>
            <a:r>
              <a:rPr lang="de-DE" sz="1800" b="1" dirty="0"/>
              <a:t>6. Ergebnis formulieren</a:t>
            </a:r>
          </a:p>
          <a:p>
            <a:pPr marL="0" indent="0">
              <a:buNone/>
            </a:pPr>
            <a:r>
              <a:rPr lang="de-DE" sz="1800" dirty="0"/>
              <a:t>„Der Effekt ist (nicht) statistisch signifikant auf dem Niveau α.“</a:t>
            </a:r>
          </a:p>
        </p:txBody>
      </p:sp>
      <p:pic>
        <p:nvPicPr>
          <p:cNvPr id="1026" name="Picture 2" descr="Why do we compare p-value to significance level in hypothesis testing of  mean? - Cross Validated">
            <a:extLst>
              <a:ext uri="{FF2B5EF4-FFF2-40B4-BE49-F238E27FC236}">
                <a16:creationId xmlns:a16="http://schemas.microsoft.com/office/drawing/2014/main" id="{01D8A07C-AA5C-486B-3DE7-DC74A38F3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00147"/>
            <a:ext cx="6438005" cy="260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72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6B48-D2FA-BCE3-6004-373E58F2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6F085-199E-232A-5084-17DC1997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Tutorial 4 – wichtige Methoden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B57BED57-D5EE-8805-D192-EEA3C02C5A7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4335103"/>
                  </p:ext>
                </p:extLst>
              </p:nvPr>
            </p:nvGraphicFramePr>
            <p:xfrm>
              <a:off x="838200" y="1825625"/>
              <a:ext cx="10515600" cy="388937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92207761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4596088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binom.sf(k, n, p)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Berechnet die Wahrscheinlichkeit P(X&gt;k) für eine Binomialverteilung mit </a:t>
                          </a:r>
                          <a14:m>
                            <m:oMath xmlns:m="http://schemas.openxmlformats.org/officeDocument/2006/math">
                              <m:r>
                                <a:rPr lang="de-DE" sz="1800" b="0" i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de-DE" sz="18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lang="de-DE" sz="18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oMath>
                          </a14:m>
                          <a:r>
                            <a:rPr lang="de-DE" dirty="0"/>
                            <a:t>Versuchen und Erfolgswahrscheinlichkeit p.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903262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binom.pmf</a:t>
                          </a:r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(k, n, p)</a:t>
                          </a:r>
                          <a:endParaRPr lang="de-DE" b="0" dirty="0"/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b="0" dirty="0"/>
                            <a:t>Berechnet für jeden Wert in k die Wahrscheinlichkeitsfunktion (PMF) einer Binomialverteilung mit n Versuchen und </a:t>
                          </a:r>
                          <a:r>
                            <a:rPr lang="de-DE" dirty="0"/>
                            <a:t>Erfolgswahrscheinlichkeit p.</a:t>
                          </a:r>
                        </a:p>
                        <a:p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93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dirty="0" err="1"/>
                            <a:t>plt.stem</a:t>
                          </a:r>
                          <a:r>
                            <a:rPr lang="de-DE" dirty="0"/>
                            <a:t>(k, </a:t>
                          </a:r>
                          <a:r>
                            <a:rPr lang="de-DE" dirty="0" err="1"/>
                            <a:t>pmf</a:t>
                          </a:r>
                          <a:r>
                            <a:rPr lang="de-DE" dirty="0"/>
                            <a:t>)</a:t>
                          </a:r>
                          <a:endParaRPr lang="pt-BR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Erstellt ein </a:t>
                          </a:r>
                          <a:r>
                            <a:rPr lang="de-DE" b="0" dirty="0"/>
                            <a:t>Stabdiagramm</a:t>
                          </a:r>
                          <a:r>
                            <a:rPr lang="de-DE" dirty="0"/>
                            <a:t> (</a:t>
                          </a:r>
                          <a:r>
                            <a:rPr lang="de-DE" dirty="0" err="1"/>
                            <a:t>Stem</a:t>
                          </a:r>
                          <a:r>
                            <a:rPr lang="de-DE" dirty="0"/>
                            <a:t> Plot) der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7891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plt.xticks</a:t>
                          </a:r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pos)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Legt fest an welcher Position x-werte an der x-Achse angegeben werden sollen.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275919"/>
                      </a:ext>
                    </a:extLst>
                  </a:tr>
                  <a:tr h="5010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plt.setp</a:t>
                          </a:r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dirty="0"/>
                            <a:t>Formatiert das Diagramm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89190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B57BED57-D5EE-8805-D192-EEA3C02C5A7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4335103"/>
                  </p:ext>
                </p:extLst>
              </p:nvPr>
            </p:nvGraphicFramePr>
            <p:xfrm>
              <a:off x="838200" y="1825625"/>
              <a:ext cx="10515600" cy="388937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922077610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459608841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r>
                            <a:rPr lang="pt-BR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binom.sf(k, n, p)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16" t="-2667" r="-232" b="-32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032627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 err="1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binom.pmf</a:t>
                          </a:r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(k, n, p)</a:t>
                          </a:r>
                          <a:endParaRPr lang="de-DE" b="0" dirty="0"/>
                        </a:p>
                        <a:p>
                          <a:endParaRPr lang="da-DK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b="0" dirty="0"/>
                            <a:t>Berechnet für jeden Wert in k die Wahrscheinlichkeitsfunktion (PMF) einer Binomialverteilung mit n Versuchen und </a:t>
                          </a:r>
                          <a:r>
                            <a:rPr lang="de-DE" dirty="0"/>
                            <a:t>Erfolgswahrscheinlichkeit p.</a:t>
                          </a:r>
                        </a:p>
                        <a:p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93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dirty="0" err="1"/>
                            <a:t>plt.stem</a:t>
                          </a:r>
                          <a:r>
                            <a:rPr lang="de-DE" dirty="0"/>
                            <a:t>(k, </a:t>
                          </a:r>
                          <a:r>
                            <a:rPr lang="de-DE" dirty="0" err="1"/>
                            <a:t>pmf</a:t>
                          </a:r>
                          <a:r>
                            <a:rPr lang="de-DE" dirty="0"/>
                            <a:t>)</a:t>
                          </a:r>
                          <a:endParaRPr lang="pt-BR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Erstellt ein </a:t>
                          </a:r>
                          <a:r>
                            <a:rPr lang="de-DE" b="0" dirty="0"/>
                            <a:t>Stabdiagramm</a:t>
                          </a:r>
                          <a:r>
                            <a:rPr lang="de-DE" dirty="0"/>
                            <a:t> (</a:t>
                          </a:r>
                          <a:r>
                            <a:rPr lang="de-DE" dirty="0" err="1"/>
                            <a:t>Stem</a:t>
                          </a:r>
                          <a:r>
                            <a:rPr lang="de-DE" dirty="0"/>
                            <a:t> Plot) der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789123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plt.xticks</a:t>
                          </a:r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pos)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Legt fest an welcher Position x-werte an der x-Achse angegeben werden sollen.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275919"/>
                      </a:ext>
                    </a:extLst>
                  </a:tr>
                  <a:tr h="5010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plt.setp</a:t>
                          </a:r>
                          <a:r>
                            <a:rPr lang="de-DE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da-DK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DE" dirty="0"/>
                            <a:t>Formatiert das Diagramm</a:t>
                          </a:r>
                          <a:endParaRPr lang="de-DE" sz="1800" b="0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89190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138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49A18E-088C-FD07-ECD7-E33516F2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1a)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C6703E-8D4A-83C9-6274-24E086E8B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P-wert</a:t>
            </a:r>
          </a:p>
          <a:p>
            <a:r>
              <a:rPr lang="de-DE" dirty="0"/>
              <a:t>Nullhypothese: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30A0C4-23DF-54F2-F349-1D732B16C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19" y="1943159"/>
            <a:ext cx="6256562" cy="281964"/>
          </a:xfrm>
          <a:prstGeom prst="rect">
            <a:avLst/>
          </a:prstGeom>
        </p:spPr>
      </p:pic>
      <p:pic>
        <p:nvPicPr>
          <p:cNvPr id="7" name="Grafik 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A9C6700E-47AC-9D5A-6B89-E049EE5C0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782" y="2800109"/>
            <a:ext cx="6607113" cy="366553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0A307DA-A2AF-F6B9-68F3-F8F944AD2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825" y="2427815"/>
            <a:ext cx="2149026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2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AA019-9155-2E83-D3EF-11166D8F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79C75-749A-425C-FE86-92C43EA6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1b)</a:t>
            </a:r>
          </a:p>
        </p:txBody>
      </p:sp>
      <p:pic>
        <p:nvPicPr>
          <p:cNvPr id="10" name="Grafik 9" descr="Ein Bild, das Text, Schrift, weiß, Reihe enthält.&#10;&#10;KI-generierte Inhalte können fehlerhaft sein.">
            <a:extLst>
              <a:ext uri="{FF2B5EF4-FFF2-40B4-BE49-F238E27FC236}">
                <a16:creationId xmlns:a16="http://schemas.microsoft.com/office/drawing/2014/main" id="{2D4CD7CF-A3C4-7961-FA6C-45C392737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233" y="3025105"/>
            <a:ext cx="4549534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5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F7E1-9AD2-B821-27BD-0321E368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180C9-DB7C-ACF9-E45F-FF14C17D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1c)</a:t>
            </a:r>
          </a:p>
        </p:txBody>
      </p:sp>
      <p:pic>
        <p:nvPicPr>
          <p:cNvPr id="4" name="Grafik 3" descr="Ein Bild, das Schrift, Text, weiß, Handschrift enthält.&#10;&#10;KI-generierte Inhalte können fehlerhaft sein.">
            <a:extLst>
              <a:ext uri="{FF2B5EF4-FFF2-40B4-BE49-F238E27FC236}">
                <a16:creationId xmlns:a16="http://schemas.microsoft.com/office/drawing/2014/main" id="{93C898B7-BDB2-2252-64DF-104E7A055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54" y="1690688"/>
            <a:ext cx="2301439" cy="739204"/>
          </a:xfrm>
          <a:prstGeom prst="rect">
            <a:avLst/>
          </a:prstGeom>
        </p:spPr>
      </p:pic>
      <p:pic>
        <p:nvPicPr>
          <p:cNvPr id="6" name="Grafik 5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C1413B67-79BC-F37C-5098-C8AEA125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222" y="3429000"/>
            <a:ext cx="8245555" cy="237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8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ACB6B0-2008-51E7-4349-3FE015E0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4d)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F47823-20CC-742E-29D7-E5A31906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b="1" dirty="0"/>
              <a:t>p-Wert (</a:t>
            </a:r>
            <a:r>
              <a:rPr lang="de-DE" sz="1800" b="1" dirty="0" err="1"/>
              <a:t>frequentistisch</a:t>
            </a:r>
            <a:r>
              <a:rPr lang="de-DE" sz="1800" b="1" dirty="0"/>
              <a:t>):</a:t>
            </a:r>
          </a:p>
          <a:p>
            <a:r>
              <a:rPr lang="de-DE" sz="1800" dirty="0"/>
              <a:t>misst: </a:t>
            </a:r>
            <a:r>
              <a:rPr lang="de-DE" sz="1800" i="1" dirty="0"/>
              <a:t>Wie extrem wären unsere Daten, </a:t>
            </a:r>
            <a:r>
              <a:rPr lang="de-DE" sz="1800" b="1" i="1" dirty="0"/>
              <a:t>wenn die Münze fair wäre</a:t>
            </a:r>
            <a:r>
              <a:rPr lang="de-DE" sz="1800" i="1" dirty="0"/>
              <a:t>?</a:t>
            </a:r>
            <a:endParaRPr lang="de-DE" sz="1800" dirty="0"/>
          </a:p>
          <a:p>
            <a:r>
              <a:rPr lang="de-DE" sz="1800" dirty="0"/>
              <a:t>berechnet NICHT die Wahrscheinlichkeit, dass die Münze fair ist.</a:t>
            </a:r>
          </a:p>
          <a:p>
            <a:r>
              <a:rPr lang="de-DE" sz="1800" dirty="0"/>
              <a:t>Ergebnis hier: → Daten wären unter Fairness sehr ungewöhnlich.</a:t>
            </a:r>
          </a:p>
          <a:p>
            <a:endParaRPr lang="de-DE" sz="1800" dirty="0"/>
          </a:p>
          <a:p>
            <a:pPr marL="0" indent="0">
              <a:buNone/>
            </a:pPr>
            <a:r>
              <a:rPr lang="de-DE" sz="1800" b="1" dirty="0" err="1"/>
              <a:t>Posterior</a:t>
            </a:r>
            <a:r>
              <a:rPr lang="de-DE" sz="1800" b="1" dirty="0"/>
              <a:t> (Bayes):</a:t>
            </a:r>
          </a:p>
          <a:p>
            <a:r>
              <a:rPr lang="de-DE" sz="1800" dirty="0"/>
              <a:t>misst: </a:t>
            </a:r>
            <a:r>
              <a:rPr lang="de-DE" sz="1800" i="1" dirty="0"/>
              <a:t>Wie wahrscheinlich ist Fairness (vs. alternative Münzen) </a:t>
            </a:r>
            <a:r>
              <a:rPr lang="de-DE" sz="1800" b="1" i="1" dirty="0"/>
              <a:t>gegeben diesen Daten</a:t>
            </a:r>
            <a:r>
              <a:rPr lang="de-DE" sz="1800" i="1" dirty="0"/>
              <a:t>?</a:t>
            </a:r>
            <a:endParaRPr lang="de-DE" sz="1800" dirty="0"/>
          </a:p>
          <a:p>
            <a:r>
              <a:rPr lang="de-DE" sz="1800" dirty="0"/>
              <a:t>verwendet:</a:t>
            </a:r>
          </a:p>
          <a:p>
            <a:pPr lvl="1"/>
            <a:r>
              <a:rPr lang="de-DE" sz="1800" dirty="0"/>
              <a:t>die Struktur des Beutels (</a:t>
            </a:r>
            <a:r>
              <a:rPr lang="de-DE" sz="1800" b="1" dirty="0"/>
              <a:t>Prior</a:t>
            </a:r>
            <a:r>
              <a:rPr lang="de-DE" sz="1800" dirty="0"/>
              <a:t>)</a:t>
            </a:r>
          </a:p>
          <a:p>
            <a:pPr lvl="1"/>
            <a:r>
              <a:rPr lang="de-DE" sz="1800" dirty="0"/>
              <a:t>die </a:t>
            </a:r>
            <a:r>
              <a:rPr lang="de-DE" sz="1800" dirty="0" err="1"/>
              <a:t>Likelihood</a:t>
            </a:r>
            <a:r>
              <a:rPr lang="de-DE" sz="1800" dirty="0"/>
              <a:t> der Daten</a:t>
            </a:r>
          </a:p>
          <a:p>
            <a:r>
              <a:rPr lang="de-DE" sz="1800" dirty="0"/>
              <a:t>Ergebnis hier: → sehr unwahrscheinlich</a:t>
            </a:r>
          </a:p>
          <a:p>
            <a:endParaRPr lang="de-DE" sz="1800" dirty="0"/>
          </a:p>
          <a:p>
            <a:pPr marL="0" indent="0">
              <a:buNone/>
            </a:pPr>
            <a:endParaRPr lang="ar-BH" sz="1800" b="0" dirty="0"/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93074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F967-6AC2-758D-A7F1-CE74448D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E3CA7-0759-E47D-D4DB-A50DD948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8761DD7-E0C4-2D1C-DD48-6316F3E19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1800" b="1" dirty="0"/>
                  <a:t>Zentraler Punkt:</a:t>
                </a:r>
              </a:p>
              <a:p>
                <a:r>
                  <a:rPr lang="de-DE" sz="1800" dirty="0"/>
                  <a:t>Ein kleiner p-Wert heißt NICHT, dass die Nullhypothese unwahrscheinlich ist.</a:t>
                </a:r>
                <a:br>
                  <a:rPr lang="de-DE" sz="1800" dirty="0"/>
                </a:br>
                <a:r>
                  <a:rPr lang="de-DE" sz="1800" dirty="0"/>
                  <a:t>Der p-Wert ist keine </a:t>
                </a:r>
                <a:r>
                  <a:rPr lang="de-DE" sz="1800" dirty="0" err="1"/>
                  <a:t>posterior</a:t>
                </a:r>
                <a:r>
                  <a:rPr lang="de-DE" sz="1800" dirty="0"/>
                  <a:t> Wahrscheinlichkeit:</a:t>
                </a:r>
              </a:p>
              <a:p>
                <a14:m>
                  <m:oMath xmlns:m="http://schemas.openxmlformats.org/officeDocument/2006/math">
                    <m:r>
                      <a:rPr lang="de-DE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BH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sz="1800">
                            <a:latin typeface="Cambria Math" panose="02040503050406030204" pitchFamily="18" charset="0"/>
                          </a:rPr>
                          <m:t>Daten</m:t>
                        </m:r>
                        <m:r>
                          <a:rPr lang="ar-BH" sz="180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BH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BH" sz="1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ar-BH" sz="1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de-DE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800" dirty="0"/>
                  <a:t>und </a:t>
                </a:r>
                <a:r>
                  <a:rPr lang="de-DE" sz="1800" b="1" dirty="0"/>
                  <a:t>nicht</a:t>
                </a:r>
                <a:r>
                  <a:rPr lang="de-DE" sz="1800" dirty="0"/>
                  <a:t>: </a:t>
                </a:r>
                <a14:m>
                  <m:oMath xmlns:m="http://schemas.openxmlformats.org/officeDocument/2006/math">
                    <m:r>
                      <a:rPr lang="de-DE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BH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BH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BH" sz="1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ar-BH" sz="18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BH" sz="18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de-DE" sz="1800" i="1"/>
                          <m:t>Daten</m:t>
                        </m:r>
                      </m:e>
                    </m:d>
                  </m:oMath>
                </a14:m>
                <a:endParaRPr lang="de-DE" sz="18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8761DD7-E0C4-2D1C-DD48-6316F3E19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483" t="-12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21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Breitbild</PresentationFormat>
  <Paragraphs>56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</vt:lpstr>
      <vt:lpstr>Tutorial 4</vt:lpstr>
      <vt:lpstr>Signifikanztest</vt:lpstr>
      <vt:lpstr>Signifikanztest</vt:lpstr>
      <vt:lpstr>Tutorial 4 – wichtige Methoden</vt:lpstr>
      <vt:lpstr>Aufgabe 1a)</vt:lpstr>
      <vt:lpstr>Aufgabe 1b)</vt:lpstr>
      <vt:lpstr>Aufgabe 1c)</vt:lpstr>
      <vt:lpstr>Aufgabe 4d)</vt:lpstr>
      <vt:lpstr>Aufgabe 4d)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Wagner</dc:creator>
  <cp:lastModifiedBy>Maximilian Wagner</cp:lastModifiedBy>
  <cp:revision>1</cp:revision>
  <dcterms:created xsi:type="dcterms:W3CDTF">2025-10-17T12:10:01Z</dcterms:created>
  <dcterms:modified xsi:type="dcterms:W3CDTF">2025-12-14T14:37:03Z</dcterms:modified>
</cp:coreProperties>
</file>